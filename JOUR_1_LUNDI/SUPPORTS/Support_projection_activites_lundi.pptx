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53cc3d40994ef8" /><Relationship Type="http://schemas.openxmlformats.org/officeDocument/2006/relationships/extended-properties" Target="/docProps/app.xml" Id="Rcc90973a58d7477e" /><Relationship Type="http://schemas.openxmlformats.org/officeDocument/2006/relationships/officeDocument" Target="/ppt/presentation.xml" Id="R07a44c81ed9c466c" /></Relationships>
</file>

<file path=ppt/presentation.xml><?xml version="1.0" encoding="utf-8"?>
<p:presentation xmlns:p="http://schemas.openxmlformats.org/presentationml/2006/main">
  <p:sldMasterIdLst>
    <p:sldMasterId xmlns:r="http://schemas.openxmlformats.org/officeDocument/2006/relationships" id="2147483648" r:id="R463d2dffc445449e"/>
  </p:sldMasterIdLst>
  <p:notesMasterIdLst>
    <p:notesMasterId xmlns:r="http://schemas.openxmlformats.org/officeDocument/2006/relationships" r:id="R45565c124adb4429"/>
  </p:notesMasterIdLst>
  <p:sldIdLst>
    <p:sldId xmlns:r="http://schemas.openxmlformats.org/officeDocument/2006/relationships" id="256" r:id="Rbc93959367a14772"/>
    <p:sldId xmlns:r="http://schemas.openxmlformats.org/officeDocument/2006/relationships" id="257" r:id="Re80befac79214220"/>
    <p:sldId xmlns:r="http://schemas.openxmlformats.org/officeDocument/2006/relationships" id="258" r:id="Rd7eda5f807ab4969"/>
    <p:sldId xmlns:r="http://schemas.openxmlformats.org/officeDocument/2006/relationships" id="259" r:id="R448e1d8a80d74eae"/>
    <p:sldId xmlns:r="http://schemas.openxmlformats.org/officeDocument/2006/relationships" id="260" r:id="R9166c2cae1704155"/>
    <p:sldId xmlns:r="http://schemas.openxmlformats.org/officeDocument/2006/relationships" id="261" r:id="R00cfa584d9274276"/>
    <p:sldId xmlns:r="http://schemas.openxmlformats.org/officeDocument/2006/relationships" id="262" r:id="Rfd473b2961294334"/>
    <p:sldId xmlns:r="http://schemas.openxmlformats.org/officeDocument/2006/relationships" id="263" r:id="Rfba249bdc98744cd"/>
    <p:sldId xmlns:r="http://schemas.openxmlformats.org/officeDocument/2006/relationships" id="264" r:id="Rfd8d0a938efe4de7"/>
    <p:sldId xmlns:r="http://schemas.openxmlformats.org/officeDocument/2006/relationships" id="265" r:id="R0cabddf919ad429c"/>
    <p:sldId xmlns:r="http://schemas.openxmlformats.org/officeDocument/2006/relationships" id="266" r:id="R0ab91d06d6654db7"/>
    <p:sldId xmlns:r="http://schemas.openxmlformats.org/officeDocument/2006/relationships" id="267" r:id="R6999721a302c4d2d"/>
    <p:sldId xmlns:r="http://schemas.openxmlformats.org/officeDocument/2006/relationships" id="268" r:id="Rc7795490c36a4ba0"/>
    <p:sldId xmlns:r="http://schemas.openxmlformats.org/officeDocument/2006/relationships" id="269" r:id="R2789be3dbb064b26"/>
    <p:sldId xmlns:r="http://schemas.openxmlformats.org/officeDocument/2006/relationships" id="270" r:id="Rf38d979808f14c85"/>
    <p:sldId xmlns:r="http://schemas.openxmlformats.org/officeDocument/2006/relationships" id="271" r:id="R7230e146b84e437d"/>
    <p:sldId xmlns:r="http://schemas.openxmlformats.org/officeDocument/2006/relationships" id="272" r:id="R8a415d1685a346e9"/>
    <p:sldId xmlns:r="http://schemas.openxmlformats.org/officeDocument/2006/relationships" id="273" r:id="Rc5112eac16bc4abf"/>
    <p:sldId xmlns:r="http://schemas.openxmlformats.org/officeDocument/2006/relationships" id="274" r:id="R6e828a2e5cc6407a"/>
    <p:sldId xmlns:r="http://schemas.openxmlformats.org/officeDocument/2006/relationships" id="275" r:id="R4c5d4104c03e4502"/>
    <p:sldId xmlns:r="http://schemas.openxmlformats.org/officeDocument/2006/relationships" id="276" r:id="Re4de2ba8ed634405"/>
    <p:sldId xmlns:r="http://schemas.openxmlformats.org/officeDocument/2006/relationships" id="277" r:id="R6c467c0ca35e493e"/>
    <p:sldId xmlns:r="http://schemas.openxmlformats.org/officeDocument/2006/relationships" id="278" r:id="R8ea74d5b31674d3e"/>
    <p:sldId xmlns:r="http://schemas.openxmlformats.org/officeDocument/2006/relationships" id="279" r:id="R7759f79448ce4685"/>
    <p:sldId xmlns:r="http://schemas.openxmlformats.org/officeDocument/2006/relationships" id="280" r:id="Rff4a6ac9483f4523"/>
    <p:sldId xmlns:r="http://schemas.openxmlformats.org/officeDocument/2006/relationships" id="281" r:id="Rff764b6a56ba4829"/>
    <p:sldId xmlns:r="http://schemas.openxmlformats.org/officeDocument/2006/relationships" id="282" r:id="R07e7096928b847c0"/>
    <p:sldId xmlns:r="http://schemas.openxmlformats.org/officeDocument/2006/relationships" id="283" r:id="Ra7d57304ec0c4622"/>
    <p:sldId xmlns:r="http://schemas.openxmlformats.org/officeDocument/2006/relationships" id="284" r:id="R6ea494f9de7443c6"/>
    <p:sldId xmlns:r="http://schemas.openxmlformats.org/officeDocument/2006/relationships" id="285" r:id="R39ba2100301242ee"/>
    <p:sldId xmlns:r="http://schemas.openxmlformats.org/officeDocument/2006/relationships" id="286" r:id="Rafb9ec10c2154e5a"/>
    <p:sldId xmlns:r="http://schemas.openxmlformats.org/officeDocument/2006/relationships" id="287" r:id="Rf29889ac70e64c2a"/>
    <p:sldId xmlns:r="http://schemas.openxmlformats.org/officeDocument/2006/relationships" id="288" r:id="R770dfe0ad29343de"/>
    <p:sldId xmlns:r="http://schemas.openxmlformats.org/officeDocument/2006/relationships" id="289" r:id="R1117bd34cfe44343"/>
    <p:sldId xmlns:r="http://schemas.openxmlformats.org/officeDocument/2006/relationships" id="290" r:id="R1be1cf1373be4c15"/>
    <p:sldId xmlns:r="http://schemas.openxmlformats.org/officeDocument/2006/relationships" id="291" r:id="Rcf0aec7ac6cd4643"/>
    <p:sldId xmlns:r="http://schemas.openxmlformats.org/officeDocument/2006/relationships" id="292" r:id="R2e3bb32a6f8b4fc3"/>
    <p:sldId xmlns:r="http://schemas.openxmlformats.org/officeDocument/2006/relationships" id="293" r:id="Rba39a6ec33564a9f"/>
    <p:sldId xmlns:r="http://schemas.openxmlformats.org/officeDocument/2006/relationships" id="294" r:id="Ra826224363c241e9"/>
    <p:sldId xmlns:r="http://schemas.openxmlformats.org/officeDocument/2006/relationships" id="295" r:id="R34c474ea603b4dbc"/>
    <p:sldId xmlns:r="http://schemas.openxmlformats.org/officeDocument/2006/relationships" id="296" r:id="R3bfbc32c8b234d62"/>
    <p:sldId xmlns:r="http://schemas.openxmlformats.org/officeDocument/2006/relationships" id="297" r:id="R58a2675eb9cd492e"/>
    <p:sldId xmlns:r="http://schemas.openxmlformats.org/officeDocument/2006/relationships" id="298" r:id="R4ce151be448741cc"/>
    <p:sldId xmlns:r="http://schemas.openxmlformats.org/officeDocument/2006/relationships" id="299" r:id="R87d2cda482004283"/>
    <p:sldId xmlns:r="http://schemas.openxmlformats.org/officeDocument/2006/relationships" id="300" r:id="R33081b43acdf46d6"/>
    <p:sldId xmlns:r="http://schemas.openxmlformats.org/officeDocument/2006/relationships" id="301" r:id="R6f03f858002c45d8"/>
    <p:sldId xmlns:r="http://schemas.openxmlformats.org/officeDocument/2006/relationships" id="302" r:id="R42e733aa06254e53"/>
    <p:sldId xmlns:r="http://schemas.openxmlformats.org/officeDocument/2006/relationships" id="303" r:id="Rb5eccda86c494ad1"/>
    <p:sldId xmlns:r="http://schemas.openxmlformats.org/officeDocument/2006/relationships" id="304" r:id="R9d2a644e5d6d435d"/>
    <p:sldId xmlns:r="http://schemas.openxmlformats.org/officeDocument/2006/relationships" id="305" r:id="R9d20d529524d4ca3"/>
    <p:sldId xmlns:r="http://schemas.openxmlformats.org/officeDocument/2006/relationships" id="306" r:id="R543a11d82b704ce4"/>
    <p:sldId xmlns:r="http://schemas.openxmlformats.org/officeDocument/2006/relationships" id="307" r:id="R554274ac20f74ed0"/>
    <p:sldId xmlns:r="http://schemas.openxmlformats.org/officeDocument/2006/relationships" id="308" r:id="R17900910efb1406a"/>
    <p:sldId xmlns:r="http://schemas.openxmlformats.org/officeDocument/2006/relationships" id="309" r:id="Rd705deb55f5a4a9b"/>
    <p:sldId xmlns:r="http://schemas.openxmlformats.org/officeDocument/2006/relationships" id="310" r:id="Rb86ea85e3adf43f2"/>
    <p:sldId xmlns:r="http://schemas.openxmlformats.org/officeDocument/2006/relationships" id="311" r:id="Re2f8e5e1ff3c4075"/>
    <p:sldId xmlns:r="http://schemas.openxmlformats.org/officeDocument/2006/relationships" id="312" r:id="R4d0a4c1033e544ce"/>
    <p:sldId xmlns:r="http://schemas.openxmlformats.org/officeDocument/2006/relationships" id="313" r:id="R5dd8a5461bc44f05"/>
    <p:sldId xmlns:r="http://schemas.openxmlformats.org/officeDocument/2006/relationships" id="314" r:id="Race752e9f7b94092"/>
    <p:sldId xmlns:r="http://schemas.openxmlformats.org/officeDocument/2006/relationships" id="315" r:id="R776b47081e934541"/>
    <p:sldId xmlns:r="http://schemas.openxmlformats.org/officeDocument/2006/relationships" id="316" r:id="R565281f26b2d44fb"/>
    <p:sldId xmlns:r="http://schemas.openxmlformats.org/officeDocument/2006/relationships" id="317" r:id="R328c8e2e81ee48c7"/>
    <p:sldId xmlns:r="http://schemas.openxmlformats.org/officeDocument/2006/relationships" id="318" r:id="R8ef555595374415b"/>
    <p:sldId xmlns:r="http://schemas.openxmlformats.org/officeDocument/2006/relationships" id="319" r:id="R942db16d7a1b41ef"/>
    <p:sldId xmlns:r="http://schemas.openxmlformats.org/officeDocument/2006/relationships" id="320" r:id="Red28fa1a0aba437d"/>
    <p:sldId xmlns:r="http://schemas.openxmlformats.org/officeDocument/2006/relationships" id="321" r:id="Rada5c0a10b2542d7"/>
    <p:sldId xmlns:r="http://schemas.openxmlformats.org/officeDocument/2006/relationships" id="322" r:id="R6745c3417eea4ce0"/>
    <p:sldId xmlns:r="http://schemas.openxmlformats.org/officeDocument/2006/relationships" id="323" r:id="R3b7c9d7565594406"/>
    <p:sldId xmlns:r="http://schemas.openxmlformats.org/officeDocument/2006/relationships" id="324" r:id="Rd3fd30e40225425e"/>
    <p:sldId xmlns:r="http://schemas.openxmlformats.org/officeDocument/2006/relationships" id="325" r:id="Rd283cf67ab224294"/>
    <p:sldId xmlns:r="http://schemas.openxmlformats.org/officeDocument/2006/relationships" id="326" r:id="R07439db417c54e58"/>
    <p:sldId xmlns:r="http://schemas.openxmlformats.org/officeDocument/2006/relationships" id="327" r:id="Re79c334843a54198"/>
    <p:sldId xmlns:r="http://schemas.openxmlformats.org/officeDocument/2006/relationships" id="328" r:id="Ra202b8b7d40c4f97"/>
    <p:sldId xmlns:r="http://schemas.openxmlformats.org/officeDocument/2006/relationships" id="329" r:id="R789a1633784642ce"/>
    <p:sldId xmlns:r="http://schemas.openxmlformats.org/officeDocument/2006/relationships" id="330" r:id="Rfca6a67a9fcc4acc"/>
    <p:sldId xmlns:r="http://schemas.openxmlformats.org/officeDocument/2006/relationships" id="331" r:id="R6aa03ddea04849b5"/>
    <p:sldId xmlns:r="http://schemas.openxmlformats.org/officeDocument/2006/relationships" id="332" r:id="Re302c35569b24ae7"/>
    <p:sldId xmlns:r="http://schemas.openxmlformats.org/officeDocument/2006/relationships" id="333" r:id="Ra53d046077f04ae8"/>
    <p:sldId xmlns:r="http://schemas.openxmlformats.org/officeDocument/2006/relationships" id="334" r:id="R5e8924566b8543a0"/>
    <p:sldId xmlns:r="http://schemas.openxmlformats.org/officeDocument/2006/relationships" id="335" r:id="R823c4de363544e56"/>
    <p:sldId xmlns:r="http://schemas.openxmlformats.org/officeDocument/2006/relationships" id="336" r:id="R99443efada224569"/>
    <p:sldId xmlns:r="http://schemas.openxmlformats.org/officeDocument/2006/relationships" id="337" r:id="R598bdc1087244776"/>
    <p:sldId xmlns:r="http://schemas.openxmlformats.org/officeDocument/2006/relationships" id="338" r:id="R3b9c40558cc04039"/>
    <p:sldId xmlns:r="http://schemas.openxmlformats.org/officeDocument/2006/relationships" id="339" r:id="R5e00c55b51534492"/>
    <p:sldId xmlns:r="http://schemas.openxmlformats.org/officeDocument/2006/relationships" id="340" r:id="R946c1ad9a5cc4e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2234851f7e4c87" /><Relationship Type="http://schemas.openxmlformats.org/officeDocument/2006/relationships/slideMaster" Target="/ppt/slideMasters/slideMaster1.xml" Id="R463d2dffc445449e" /><Relationship Type="http://schemas.openxmlformats.org/officeDocument/2006/relationships/notesMaster" Target="/ppt/notesMasters/notesMaster1.xml" Id="R45565c124adb4429" /><Relationship Type="http://schemas.openxmlformats.org/officeDocument/2006/relationships/presProps" Target="/ppt/presProps.xml" Id="Raf92a325597e4832" /><Relationship Type="http://schemas.openxmlformats.org/officeDocument/2006/relationships/tableStyles" Target="/ppt/tableStyles.xml" Id="R397c3e76ebf947d1" /><Relationship Type="http://schemas.openxmlformats.org/officeDocument/2006/relationships/slide" Target="/ppt/slides/slide1.xml" Id="Rbc93959367a14772" /><Relationship Type="http://schemas.openxmlformats.org/officeDocument/2006/relationships/slide" Target="/ppt/slides/slide2.xml" Id="Re80befac79214220" /><Relationship Type="http://schemas.openxmlformats.org/officeDocument/2006/relationships/slide" Target="/ppt/slides/slide3.xml" Id="Rd7eda5f807ab4969" /><Relationship Type="http://schemas.openxmlformats.org/officeDocument/2006/relationships/slide" Target="/ppt/slides/slide4.xml" Id="R448e1d8a80d74eae" /><Relationship Type="http://schemas.openxmlformats.org/officeDocument/2006/relationships/slide" Target="/ppt/slides/slide5.xml" Id="R9166c2cae1704155" /><Relationship Type="http://schemas.openxmlformats.org/officeDocument/2006/relationships/slide" Target="/ppt/slides/slide6.xml" Id="R00cfa584d9274276" /><Relationship Type="http://schemas.openxmlformats.org/officeDocument/2006/relationships/slide" Target="/ppt/slides/slide7.xml" Id="Rfd473b2961294334" /><Relationship Type="http://schemas.openxmlformats.org/officeDocument/2006/relationships/slide" Target="/ppt/slides/slide8.xml" Id="Rfba249bdc98744cd" /><Relationship Type="http://schemas.openxmlformats.org/officeDocument/2006/relationships/slide" Target="/ppt/slides/slide9.xml" Id="Rfd8d0a938efe4de7" /><Relationship Type="http://schemas.openxmlformats.org/officeDocument/2006/relationships/slide" Target="/ppt/slides/slide10.xml" Id="R0cabddf919ad429c" /><Relationship Type="http://schemas.openxmlformats.org/officeDocument/2006/relationships/slide" Target="/ppt/slides/slide11.xml" Id="R0ab91d06d6654db7" /><Relationship Type="http://schemas.openxmlformats.org/officeDocument/2006/relationships/slide" Target="/ppt/slides/slide12.xml" Id="R6999721a302c4d2d" /><Relationship Type="http://schemas.openxmlformats.org/officeDocument/2006/relationships/slide" Target="/ppt/slides/slide13.xml" Id="Rc7795490c36a4ba0" /><Relationship Type="http://schemas.openxmlformats.org/officeDocument/2006/relationships/slide" Target="/ppt/slides/slide14.xml" Id="R2789be3dbb064b26" /><Relationship Type="http://schemas.openxmlformats.org/officeDocument/2006/relationships/slide" Target="/ppt/slides/slide15.xml" Id="Rf38d979808f14c85" /><Relationship Type="http://schemas.openxmlformats.org/officeDocument/2006/relationships/slide" Target="/ppt/slides/slide16.xml" Id="R7230e146b84e437d" /><Relationship Type="http://schemas.openxmlformats.org/officeDocument/2006/relationships/slide" Target="/ppt/slides/slide17.xml" Id="R8a415d1685a346e9" /><Relationship Type="http://schemas.openxmlformats.org/officeDocument/2006/relationships/slide" Target="/ppt/slides/slide18.xml" Id="Rc5112eac16bc4abf" /><Relationship Type="http://schemas.openxmlformats.org/officeDocument/2006/relationships/slide" Target="/ppt/slides/slide19.xml" Id="R6e828a2e5cc6407a" /><Relationship Type="http://schemas.openxmlformats.org/officeDocument/2006/relationships/slide" Target="/ppt/slides/slide20.xml" Id="R4c5d4104c03e4502" /><Relationship Type="http://schemas.openxmlformats.org/officeDocument/2006/relationships/slide" Target="/ppt/slides/slide21.xml" Id="Re4de2ba8ed634405" /><Relationship Type="http://schemas.openxmlformats.org/officeDocument/2006/relationships/slide" Target="/ppt/slides/slide22.xml" Id="R6c467c0ca35e493e" /><Relationship Type="http://schemas.openxmlformats.org/officeDocument/2006/relationships/slide" Target="/ppt/slides/slide23.xml" Id="R8ea74d5b31674d3e" /><Relationship Type="http://schemas.openxmlformats.org/officeDocument/2006/relationships/slide" Target="/ppt/slides/slide24.xml" Id="R7759f79448ce4685" /><Relationship Type="http://schemas.openxmlformats.org/officeDocument/2006/relationships/slide" Target="/ppt/slides/slide25.xml" Id="Rff4a6ac9483f4523" /><Relationship Type="http://schemas.openxmlformats.org/officeDocument/2006/relationships/slide" Target="/ppt/slides/slide26.xml" Id="Rff764b6a56ba4829" /><Relationship Type="http://schemas.openxmlformats.org/officeDocument/2006/relationships/slide" Target="/ppt/slides/slide27.xml" Id="R07e7096928b847c0" /><Relationship Type="http://schemas.openxmlformats.org/officeDocument/2006/relationships/slide" Target="/ppt/slides/slide28.xml" Id="Ra7d57304ec0c4622" /><Relationship Type="http://schemas.openxmlformats.org/officeDocument/2006/relationships/slide" Target="/ppt/slides/slide29.xml" Id="R6ea494f9de7443c6" /><Relationship Type="http://schemas.openxmlformats.org/officeDocument/2006/relationships/slide" Target="/ppt/slides/slide30.xml" Id="R39ba2100301242ee" /><Relationship Type="http://schemas.openxmlformats.org/officeDocument/2006/relationships/slide" Target="/ppt/slides/slide31.xml" Id="Rafb9ec10c2154e5a" /><Relationship Type="http://schemas.openxmlformats.org/officeDocument/2006/relationships/slide" Target="/ppt/slides/slide32.xml" Id="Rf29889ac70e64c2a" /><Relationship Type="http://schemas.openxmlformats.org/officeDocument/2006/relationships/slide" Target="/ppt/slides/slide33.xml" Id="R770dfe0ad29343de" /><Relationship Type="http://schemas.openxmlformats.org/officeDocument/2006/relationships/slide" Target="/ppt/slides/slide34.xml" Id="R1117bd34cfe44343" /><Relationship Type="http://schemas.openxmlformats.org/officeDocument/2006/relationships/slide" Target="/ppt/slides/slide35.xml" Id="R1be1cf1373be4c15" /><Relationship Type="http://schemas.openxmlformats.org/officeDocument/2006/relationships/slide" Target="/ppt/slides/slide36.xml" Id="Rcf0aec7ac6cd4643" /><Relationship Type="http://schemas.openxmlformats.org/officeDocument/2006/relationships/slide" Target="/ppt/slides/slide37.xml" Id="R2e3bb32a6f8b4fc3" /><Relationship Type="http://schemas.openxmlformats.org/officeDocument/2006/relationships/slide" Target="/ppt/slides/slide38.xml" Id="Rba39a6ec33564a9f" /><Relationship Type="http://schemas.openxmlformats.org/officeDocument/2006/relationships/slide" Target="/ppt/slides/slide39.xml" Id="Ra826224363c241e9" /><Relationship Type="http://schemas.openxmlformats.org/officeDocument/2006/relationships/slide" Target="/ppt/slides/slide40.xml" Id="R34c474ea603b4dbc" /><Relationship Type="http://schemas.openxmlformats.org/officeDocument/2006/relationships/slide" Target="/ppt/slides/slide41.xml" Id="R3bfbc32c8b234d62" /><Relationship Type="http://schemas.openxmlformats.org/officeDocument/2006/relationships/slide" Target="/ppt/slides/slide42.xml" Id="R58a2675eb9cd492e" /><Relationship Type="http://schemas.openxmlformats.org/officeDocument/2006/relationships/slide" Target="/ppt/slides/slide43.xml" Id="R4ce151be448741cc" /><Relationship Type="http://schemas.openxmlformats.org/officeDocument/2006/relationships/slide" Target="/ppt/slides/slide44.xml" Id="R87d2cda482004283" /><Relationship Type="http://schemas.openxmlformats.org/officeDocument/2006/relationships/slide" Target="/ppt/slides/slide45.xml" Id="R33081b43acdf46d6" /><Relationship Type="http://schemas.openxmlformats.org/officeDocument/2006/relationships/slide" Target="/ppt/slides/slide46.xml" Id="R6f03f858002c45d8" /><Relationship Type="http://schemas.openxmlformats.org/officeDocument/2006/relationships/slide" Target="/ppt/slides/slide47.xml" Id="R42e733aa06254e53" /><Relationship Type="http://schemas.openxmlformats.org/officeDocument/2006/relationships/slide" Target="/ppt/slides/slide48.xml" Id="Rb5eccda86c494ad1" /><Relationship Type="http://schemas.openxmlformats.org/officeDocument/2006/relationships/slide" Target="/ppt/slides/slide49.xml" Id="R9d2a644e5d6d435d" /><Relationship Type="http://schemas.openxmlformats.org/officeDocument/2006/relationships/slide" Target="/ppt/slides/slide50.xml" Id="R9d20d529524d4ca3" /><Relationship Type="http://schemas.openxmlformats.org/officeDocument/2006/relationships/slide" Target="/ppt/slides/slide51.xml" Id="R543a11d82b704ce4" /><Relationship Type="http://schemas.openxmlformats.org/officeDocument/2006/relationships/slide" Target="/ppt/slides/slide52.xml" Id="R554274ac20f74ed0" /><Relationship Type="http://schemas.openxmlformats.org/officeDocument/2006/relationships/slide" Target="/ppt/slides/slide53.xml" Id="R17900910efb1406a" /><Relationship Type="http://schemas.openxmlformats.org/officeDocument/2006/relationships/slide" Target="/ppt/slides/slide54.xml" Id="Rd705deb55f5a4a9b" /><Relationship Type="http://schemas.openxmlformats.org/officeDocument/2006/relationships/slide" Target="/ppt/slides/slide55.xml" Id="Rb86ea85e3adf43f2" /><Relationship Type="http://schemas.openxmlformats.org/officeDocument/2006/relationships/slide" Target="/ppt/slides/slide56.xml" Id="Re2f8e5e1ff3c4075" /><Relationship Type="http://schemas.openxmlformats.org/officeDocument/2006/relationships/slide" Target="/ppt/slides/slide57.xml" Id="R4d0a4c1033e544ce" /><Relationship Type="http://schemas.openxmlformats.org/officeDocument/2006/relationships/slide" Target="/ppt/slides/slide58.xml" Id="R5dd8a5461bc44f05" /><Relationship Type="http://schemas.openxmlformats.org/officeDocument/2006/relationships/slide" Target="/ppt/slides/slide59.xml" Id="Race752e9f7b94092" /><Relationship Type="http://schemas.openxmlformats.org/officeDocument/2006/relationships/slide" Target="/ppt/slides/slide60.xml" Id="R776b47081e934541" /><Relationship Type="http://schemas.openxmlformats.org/officeDocument/2006/relationships/slide" Target="/ppt/slides/slide61.xml" Id="R565281f26b2d44fb" /><Relationship Type="http://schemas.openxmlformats.org/officeDocument/2006/relationships/slide" Target="/ppt/slides/slide62.xml" Id="R328c8e2e81ee48c7" /><Relationship Type="http://schemas.openxmlformats.org/officeDocument/2006/relationships/slide" Target="/ppt/slides/slide63.xml" Id="R8ef555595374415b" /><Relationship Type="http://schemas.openxmlformats.org/officeDocument/2006/relationships/slide" Target="/ppt/slides/slide64.xml" Id="R942db16d7a1b41ef" /><Relationship Type="http://schemas.openxmlformats.org/officeDocument/2006/relationships/slide" Target="/ppt/slides/slide65.xml" Id="Red28fa1a0aba437d" /><Relationship Type="http://schemas.openxmlformats.org/officeDocument/2006/relationships/slide" Target="/ppt/slides/slide66.xml" Id="Rada5c0a10b2542d7" /><Relationship Type="http://schemas.openxmlformats.org/officeDocument/2006/relationships/slide" Target="/ppt/slides/slide67.xml" Id="R6745c3417eea4ce0" /><Relationship Type="http://schemas.openxmlformats.org/officeDocument/2006/relationships/slide" Target="/ppt/slides/slide68.xml" Id="R3b7c9d7565594406" /><Relationship Type="http://schemas.openxmlformats.org/officeDocument/2006/relationships/slide" Target="/ppt/slides/slide69.xml" Id="Rd3fd30e40225425e" /><Relationship Type="http://schemas.openxmlformats.org/officeDocument/2006/relationships/slide" Target="/ppt/slides/slide70.xml" Id="Rd283cf67ab224294" /><Relationship Type="http://schemas.openxmlformats.org/officeDocument/2006/relationships/slide" Target="/ppt/slides/slide71.xml" Id="R07439db417c54e58" /><Relationship Type="http://schemas.openxmlformats.org/officeDocument/2006/relationships/slide" Target="/ppt/slides/slide72.xml" Id="Re79c334843a54198" /><Relationship Type="http://schemas.openxmlformats.org/officeDocument/2006/relationships/slide" Target="/ppt/slides/slide73.xml" Id="Ra202b8b7d40c4f97" /><Relationship Type="http://schemas.openxmlformats.org/officeDocument/2006/relationships/slide" Target="/ppt/slides/slide74.xml" Id="R789a1633784642ce" /><Relationship Type="http://schemas.openxmlformats.org/officeDocument/2006/relationships/slide" Target="/ppt/slides/slide75.xml" Id="Rfca6a67a9fcc4acc" /><Relationship Type="http://schemas.openxmlformats.org/officeDocument/2006/relationships/slide" Target="/ppt/slides/slide76.xml" Id="R6aa03ddea04849b5" /><Relationship Type="http://schemas.openxmlformats.org/officeDocument/2006/relationships/slide" Target="/ppt/slides/slide77.xml" Id="Re302c35569b24ae7" /><Relationship Type="http://schemas.openxmlformats.org/officeDocument/2006/relationships/slide" Target="/ppt/slides/slide78.xml" Id="Ra53d046077f04ae8" /><Relationship Type="http://schemas.openxmlformats.org/officeDocument/2006/relationships/slide" Target="/ppt/slides/slide79.xml" Id="R5e8924566b8543a0" /><Relationship Type="http://schemas.openxmlformats.org/officeDocument/2006/relationships/slide" Target="/ppt/slides/slide80.xml" Id="R823c4de363544e56" /><Relationship Type="http://schemas.openxmlformats.org/officeDocument/2006/relationships/slide" Target="/ppt/slides/slide81.xml" Id="R99443efada224569" /><Relationship Type="http://schemas.openxmlformats.org/officeDocument/2006/relationships/slide" Target="/ppt/slides/slide82.xml" Id="R598bdc1087244776" /><Relationship Type="http://schemas.openxmlformats.org/officeDocument/2006/relationships/slide" Target="/ppt/slides/slide83.xml" Id="R3b9c40558cc04039" /><Relationship Type="http://schemas.openxmlformats.org/officeDocument/2006/relationships/slide" Target="/ppt/slides/slide84.xml" Id="R5e00c55b51534492" /><Relationship Type="http://schemas.openxmlformats.org/officeDocument/2006/relationships/slide" Target="/ppt/slides/slide85.xml" Id="R946c1ad9a5cc4e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bddc1410254d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afe77d0e9749fa" /><Relationship Type="http://schemas.openxmlformats.org/officeDocument/2006/relationships/notesMaster" Target="/ppt/notesMasters/notesMaster1.xml" Id="R4dbf9b88ca7d46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2e346ad9994fe5" /><Relationship Type="http://schemas.openxmlformats.org/officeDocument/2006/relationships/notesMaster" Target="/ppt/notesMasters/notesMaster1.xml" Id="Re2379d6af0584d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d53c9aa33f4d0f" /><Relationship Type="http://schemas.openxmlformats.org/officeDocument/2006/relationships/notesMaster" Target="/ppt/notesMasters/notesMaster1.xml" Id="Rd259703cc50942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125a9951c6449f" /><Relationship Type="http://schemas.openxmlformats.org/officeDocument/2006/relationships/notesMaster" Target="/ppt/notesMasters/notesMaster1.xml" Id="R70b11b2a6f954b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9eee6a592e44ab" /><Relationship Type="http://schemas.openxmlformats.org/officeDocument/2006/relationships/notesMaster" Target="/ppt/notesMasters/notesMaster1.xml" Id="R66927c1d012949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14a895fc73492a" /><Relationship Type="http://schemas.openxmlformats.org/officeDocument/2006/relationships/notesMaster" Target="/ppt/notesMasters/notesMaster1.xml" Id="R379af2021c7543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82adb07f7c469b" /><Relationship Type="http://schemas.openxmlformats.org/officeDocument/2006/relationships/notesMaster" Target="/ppt/notesMasters/notesMaster1.xml" Id="R93d4b50fb99646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33583700b44e3f" /><Relationship Type="http://schemas.openxmlformats.org/officeDocument/2006/relationships/notesMaster" Target="/ppt/notesMasters/notesMaster1.xml" Id="R747c3e10eb494b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7883aa19fe4d79" /><Relationship Type="http://schemas.openxmlformats.org/officeDocument/2006/relationships/notesMaster" Target="/ppt/notesMasters/notesMaster1.xml" Id="R98b93aaeabf840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bada6993ea48cc" /><Relationship Type="http://schemas.openxmlformats.org/officeDocument/2006/relationships/notesMaster" Target="/ppt/notesMasters/notesMaster1.xml" Id="R68853918207449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4e62685e5643fe" /><Relationship Type="http://schemas.openxmlformats.org/officeDocument/2006/relationships/notesMaster" Target="/ppt/notesMasters/notesMaster1.xml" Id="Rce6b419783f047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abff413b8645a0" /><Relationship Type="http://schemas.openxmlformats.org/officeDocument/2006/relationships/notesMaster" Target="/ppt/notesMasters/notesMaster1.xml" Id="R84167b48517e46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c06dcb2920417c" /><Relationship Type="http://schemas.openxmlformats.org/officeDocument/2006/relationships/notesMaster" Target="/ppt/notesMasters/notesMaster1.xml" Id="R5e8bf27758bc49c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2927b1936f49e1" /><Relationship Type="http://schemas.openxmlformats.org/officeDocument/2006/relationships/notesMaster" Target="/ppt/notesMasters/notesMaster1.xml" Id="R86417521b99b4a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766505a840a45c6" /><Relationship Type="http://schemas.openxmlformats.org/officeDocument/2006/relationships/notesMaster" Target="/ppt/notesMasters/notesMaster1.xml" Id="Ra16abbdbbe824fb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49baf9fd5b45b9" /><Relationship Type="http://schemas.openxmlformats.org/officeDocument/2006/relationships/notesMaster" Target="/ppt/notesMasters/notesMaster1.xml" Id="Rf5966ecc6c944e7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a593a07adfb4ae8" /><Relationship Type="http://schemas.openxmlformats.org/officeDocument/2006/relationships/notesMaster" Target="/ppt/notesMasters/notesMaster1.xml" Id="Re26e82f6148c42d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0b46bffd1f41bb" /><Relationship Type="http://schemas.openxmlformats.org/officeDocument/2006/relationships/notesMaster" Target="/ppt/notesMasters/notesMaster1.xml" Id="Rafa09ea46c9e48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29b8b8601764ed3" /><Relationship Type="http://schemas.openxmlformats.org/officeDocument/2006/relationships/notesMaster" Target="/ppt/notesMasters/notesMaster1.xml" Id="R549ccd2cc7f441a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560b78f76084904" /><Relationship Type="http://schemas.openxmlformats.org/officeDocument/2006/relationships/notesMaster" Target="/ppt/notesMasters/notesMaster1.xml" Id="R6994a299a1c447c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dba763ca244367" /><Relationship Type="http://schemas.openxmlformats.org/officeDocument/2006/relationships/notesMaster" Target="/ppt/notesMasters/notesMaster1.xml" Id="Racc82df847fb4b7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76f621b53554abd" /><Relationship Type="http://schemas.openxmlformats.org/officeDocument/2006/relationships/notesMaster" Target="/ppt/notesMasters/notesMaster1.xml" Id="R1e71fd9eb1ba425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6cb891713ce4238" /><Relationship Type="http://schemas.openxmlformats.org/officeDocument/2006/relationships/notesMaster" Target="/ppt/notesMasters/notesMaster1.xml" Id="Rbf3f6467f6034a9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b9a3cfa31c64ba2" /><Relationship Type="http://schemas.openxmlformats.org/officeDocument/2006/relationships/notesMaster" Target="/ppt/notesMasters/notesMaster1.xml" Id="R7adbbf565fbe4ee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7e7d1bbff4f4c29" /><Relationship Type="http://schemas.openxmlformats.org/officeDocument/2006/relationships/notesMaster" Target="/ppt/notesMasters/notesMaster1.xml" Id="Re287bb7a61734a1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38776219e30416c" /><Relationship Type="http://schemas.openxmlformats.org/officeDocument/2006/relationships/notesMaster" Target="/ppt/notesMasters/notesMaster1.xml" Id="Rf55c6e5ba6614c4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2c3c1a0fa414267" /><Relationship Type="http://schemas.openxmlformats.org/officeDocument/2006/relationships/notesMaster" Target="/ppt/notesMasters/notesMaster1.xml" Id="R86cce1f8d00b4ed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7a6deb1ddf443de" /><Relationship Type="http://schemas.openxmlformats.org/officeDocument/2006/relationships/notesMaster" Target="/ppt/notesMasters/notesMaster1.xml" Id="Rffb73f077738427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c0ac498762f4a5e" /><Relationship Type="http://schemas.openxmlformats.org/officeDocument/2006/relationships/notesMaster" Target="/ppt/notesMasters/notesMaster1.xml" Id="Rbf88adb6cf24464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89809e3e02d4fda" /><Relationship Type="http://schemas.openxmlformats.org/officeDocument/2006/relationships/notesMaster" Target="/ppt/notesMasters/notesMaster1.xml" Id="R887346ddd04f4db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53f782c774d42ee" /><Relationship Type="http://schemas.openxmlformats.org/officeDocument/2006/relationships/notesMaster" Target="/ppt/notesMasters/notesMaster1.xml" Id="R843ae43f4aac435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02c2049c78b445b" /><Relationship Type="http://schemas.openxmlformats.org/officeDocument/2006/relationships/notesMaster" Target="/ppt/notesMasters/notesMaster1.xml" Id="Re22dd64d3e00402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9f510e3c5144eb9" /><Relationship Type="http://schemas.openxmlformats.org/officeDocument/2006/relationships/notesMaster" Target="/ppt/notesMasters/notesMaster1.xml" Id="R657cb9ef426f4ea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1042edda7c745a7" /><Relationship Type="http://schemas.openxmlformats.org/officeDocument/2006/relationships/notesMaster" Target="/ppt/notesMasters/notesMaster1.xml" Id="R4731d4976dae470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9b30ee8afd04a4e" /><Relationship Type="http://schemas.openxmlformats.org/officeDocument/2006/relationships/notesMaster" Target="/ppt/notesMasters/notesMaster1.xml" Id="R6b64fc898a3c407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7e6bed3fcad4173" /><Relationship Type="http://schemas.openxmlformats.org/officeDocument/2006/relationships/notesMaster" Target="/ppt/notesMasters/notesMaster1.xml" Id="Rb46bb6840bc84fa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51db59f6c154385" /><Relationship Type="http://schemas.openxmlformats.org/officeDocument/2006/relationships/notesMaster" Target="/ppt/notesMasters/notesMaster1.xml" Id="R640fdfc8c5964d8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43579a945894631" /><Relationship Type="http://schemas.openxmlformats.org/officeDocument/2006/relationships/notesMaster" Target="/ppt/notesMasters/notesMaster1.xml" Id="R9807faeef1c5469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29bb4a8bb7244dc" /><Relationship Type="http://schemas.openxmlformats.org/officeDocument/2006/relationships/notesMaster" Target="/ppt/notesMasters/notesMaster1.xml" Id="R1d38e686c12944a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11cfa279be240f2" /><Relationship Type="http://schemas.openxmlformats.org/officeDocument/2006/relationships/notesMaster" Target="/ppt/notesMasters/notesMaster1.xml" Id="Rd85e1b40b7124d5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12d563aea5e4cf4" /><Relationship Type="http://schemas.openxmlformats.org/officeDocument/2006/relationships/notesMaster" Target="/ppt/notesMasters/notesMaster1.xml" Id="R02f4bbf517fe43c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188bdaab0434b5b" /><Relationship Type="http://schemas.openxmlformats.org/officeDocument/2006/relationships/notesMaster" Target="/ppt/notesMasters/notesMaster1.xml" Id="R3d956fb515ca441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8fc75e4bf0c4778" /><Relationship Type="http://schemas.openxmlformats.org/officeDocument/2006/relationships/notesMaster" Target="/ppt/notesMasters/notesMaster1.xml" Id="R30ed40f1929c4d7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349ec1adf8d4cf4" /><Relationship Type="http://schemas.openxmlformats.org/officeDocument/2006/relationships/notesMaster" Target="/ppt/notesMasters/notesMaster1.xml" Id="R21f6d76c18e7402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f198736a57d4f4f" /><Relationship Type="http://schemas.openxmlformats.org/officeDocument/2006/relationships/notesMaster" Target="/ppt/notesMasters/notesMaster1.xml" Id="Rc98d386febed4fa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08f968a4e124206" /><Relationship Type="http://schemas.openxmlformats.org/officeDocument/2006/relationships/notesMaster" Target="/ppt/notesMasters/notesMaster1.xml" Id="R03c854c00ccf45b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55841c366204900" /><Relationship Type="http://schemas.openxmlformats.org/officeDocument/2006/relationships/notesMaster" Target="/ppt/notesMasters/notesMaster1.xml" Id="Rba4603b62dd9424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dc5ec9a23014713" /><Relationship Type="http://schemas.openxmlformats.org/officeDocument/2006/relationships/notesMaster" Target="/ppt/notesMasters/notesMaster1.xml" Id="R65646bd270b4495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db33cc7ba97404c" /><Relationship Type="http://schemas.openxmlformats.org/officeDocument/2006/relationships/notesMaster" Target="/ppt/notesMasters/notesMaster1.xml" Id="R3882097931354d0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c5455dbe844447e" /><Relationship Type="http://schemas.openxmlformats.org/officeDocument/2006/relationships/notesMaster" Target="/ppt/notesMasters/notesMaster1.xml" Id="R5d55261452914aa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f37a2610a1c4cfe" /><Relationship Type="http://schemas.openxmlformats.org/officeDocument/2006/relationships/notesMaster" Target="/ppt/notesMasters/notesMaster1.xml" Id="R2144cf3fd9694c8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1ffad258f2f4a7a" /><Relationship Type="http://schemas.openxmlformats.org/officeDocument/2006/relationships/notesMaster" Target="/ppt/notesMasters/notesMaster1.xml" Id="R2028c46614b64b7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7d5217a5fce4283" /><Relationship Type="http://schemas.openxmlformats.org/officeDocument/2006/relationships/notesMaster" Target="/ppt/notesMasters/notesMaster1.xml" Id="Re43fde7aa5494b7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90a36727c4a4876" /><Relationship Type="http://schemas.openxmlformats.org/officeDocument/2006/relationships/notesMaster" Target="/ppt/notesMasters/notesMaster1.xml" Id="R1176c78769ad421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6b674096bbe4e8c" /><Relationship Type="http://schemas.openxmlformats.org/officeDocument/2006/relationships/notesMaster" Target="/ppt/notesMasters/notesMaster1.xml" Id="R17c5ece39c0e4e0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f49656456b8413c" /><Relationship Type="http://schemas.openxmlformats.org/officeDocument/2006/relationships/notesMaster" Target="/ppt/notesMasters/notesMaster1.xml" Id="R10fe3f75a7294c1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a0d329898ce4fe1" /><Relationship Type="http://schemas.openxmlformats.org/officeDocument/2006/relationships/notesMaster" Target="/ppt/notesMasters/notesMaster1.xml" Id="R99cf0ad479bb422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5e3594ce30e44d0" /><Relationship Type="http://schemas.openxmlformats.org/officeDocument/2006/relationships/notesMaster" Target="/ppt/notesMasters/notesMaster1.xml" Id="R6a2f67d0586c47cb"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c5021f837674fbe" /><Relationship Type="http://schemas.openxmlformats.org/officeDocument/2006/relationships/notesMaster" Target="/ppt/notesMasters/notesMaster1.xml" Id="Rbc497451f1464c9d"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d18b7265065d44e8" /><Relationship Type="http://schemas.openxmlformats.org/officeDocument/2006/relationships/notesMaster" Target="/ppt/notesMasters/notesMaster1.xml" Id="R722b3adda981422e"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4f9b235ebe67453f" /><Relationship Type="http://schemas.openxmlformats.org/officeDocument/2006/relationships/notesMaster" Target="/ppt/notesMasters/notesMaster1.xml" Id="Ra8f6a1b4885c494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d576add0d4864557" /><Relationship Type="http://schemas.openxmlformats.org/officeDocument/2006/relationships/notesMaster" Target="/ppt/notesMasters/notesMaster1.xml" Id="Rb776d2aaf2844ffe"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8c59caf7e59b4dc7" /><Relationship Type="http://schemas.openxmlformats.org/officeDocument/2006/relationships/notesMaster" Target="/ppt/notesMasters/notesMaster1.xml" Id="R6d2f1df81a344ff7"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7d4b789408a0419f" /><Relationship Type="http://schemas.openxmlformats.org/officeDocument/2006/relationships/notesMaster" Target="/ppt/notesMasters/notesMaster1.xml" Id="Rd9976dc31a0146f5"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e81d0bb466f641ed" /><Relationship Type="http://schemas.openxmlformats.org/officeDocument/2006/relationships/notesMaster" Target="/ppt/notesMasters/notesMaster1.xml" Id="Rba6068599f304762"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f992cc1609d94639" /><Relationship Type="http://schemas.openxmlformats.org/officeDocument/2006/relationships/notesMaster" Target="/ppt/notesMasters/notesMaster1.xml" Id="R2a5eba93bbb542e8"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4c162724bb1f4015" /><Relationship Type="http://schemas.openxmlformats.org/officeDocument/2006/relationships/notesMaster" Target="/ppt/notesMasters/notesMaster1.xml" Id="R24207f5ce3d04c99"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c0579404f1045f9" /><Relationship Type="http://schemas.openxmlformats.org/officeDocument/2006/relationships/notesMaster" Target="/ppt/notesMasters/notesMaster1.xml" Id="R69f6f85565b04d6a"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227d65dbf2504879" /><Relationship Type="http://schemas.openxmlformats.org/officeDocument/2006/relationships/notesMaster" Target="/ppt/notesMasters/notesMaster1.xml" Id="Rea6e1d756a1347be"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3a9cd7b1881e4394" /><Relationship Type="http://schemas.openxmlformats.org/officeDocument/2006/relationships/notesMaster" Target="/ppt/notesMasters/notesMaster1.xml" Id="Rcc7a2492f8a049d8"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12823322ed6542dc" /><Relationship Type="http://schemas.openxmlformats.org/officeDocument/2006/relationships/notesMaster" Target="/ppt/notesMasters/notesMaster1.xml" Id="Rd4ec5b50370c43b3"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2f3a8f3e37a84f65" /><Relationship Type="http://schemas.openxmlformats.org/officeDocument/2006/relationships/notesMaster" Target="/ppt/notesMasters/notesMaster1.xml" Id="Rf0ae2cbd76e646cf"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66052f8ff64a45a3" /><Relationship Type="http://schemas.openxmlformats.org/officeDocument/2006/relationships/notesMaster" Target="/ppt/notesMasters/notesMaster1.xml" Id="R1caf1dc92b49414e"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1eec9f996b7244c3" /><Relationship Type="http://schemas.openxmlformats.org/officeDocument/2006/relationships/notesMaster" Target="/ppt/notesMasters/notesMaster1.xml" Id="Re7aa77c749a74062"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76fa84d91775489f" /><Relationship Type="http://schemas.openxmlformats.org/officeDocument/2006/relationships/notesMaster" Target="/ppt/notesMasters/notesMaster1.xml" Id="R63e7bb44436c4568"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38c5bc29c88a4770" /><Relationship Type="http://schemas.openxmlformats.org/officeDocument/2006/relationships/notesMaster" Target="/ppt/notesMasters/notesMaster1.xml" Id="Rbe5f715f149343f5"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6bea3f7c844f49ec" /><Relationship Type="http://schemas.openxmlformats.org/officeDocument/2006/relationships/notesMaster" Target="/ppt/notesMasters/notesMaster1.xml" Id="Rd0f51d2aaf9149b1"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8c8041d816e14d1b" /><Relationship Type="http://schemas.openxmlformats.org/officeDocument/2006/relationships/notesMaster" Target="/ppt/notesMasters/notesMaster1.xml" Id="R2328b6510bfa40b2"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af8fbe896fe34873" /><Relationship Type="http://schemas.openxmlformats.org/officeDocument/2006/relationships/notesMaster" Target="/ppt/notesMasters/notesMaster1.xml" Id="R43536802cdff43ea"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3c45f386935e49df" /><Relationship Type="http://schemas.openxmlformats.org/officeDocument/2006/relationships/notesMaster" Target="/ppt/notesMasters/notesMaster1.xml" Id="R27ba7c737e5f4a9e"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43f6864d7d89481c" /><Relationship Type="http://schemas.openxmlformats.org/officeDocument/2006/relationships/notesMaster" Target="/ppt/notesMasters/notesMaster1.xml" Id="R2985768e40b74c12"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e92b49c1010e4e6c" /><Relationship Type="http://schemas.openxmlformats.org/officeDocument/2006/relationships/notesMaster" Target="/ppt/notesMasters/notesMaster1.xml" Id="R04d65c1ca3194dc6"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bdc5f05fabbf489d" /><Relationship Type="http://schemas.openxmlformats.org/officeDocument/2006/relationships/notesMaster" Target="/ppt/notesMasters/notesMaster1.xml" Id="R3d011193d85947a0"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d270705a0b064152" /><Relationship Type="http://schemas.openxmlformats.org/officeDocument/2006/relationships/notesMaster" Target="/ppt/notesMasters/notesMaster1.xml" Id="R852f6b8aa0f94809"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048157379dc54dfd" /><Relationship Type="http://schemas.openxmlformats.org/officeDocument/2006/relationships/notesMaster" Target="/ppt/notesMasters/notesMaster1.xml" Id="R593b7ad1de2245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 complémentaire aux cours. Utiliser seulement les sections correspondant au planning du jour.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B. Internet interconnecte de nombreux réseaux.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A. Le Web s’appuie sur Internet pour transporter ses échanges.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C. Firefox est un logiciel permettant notamment de consulter des pages Web.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B. Google désigne ici le service de recherche. Chrome est un navigateur.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A. Un serveur reçoit des requêtes et produit des réponses.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A. L’adresse IP participe à l’identification et à l’acheminement réseau.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A. Le DNS permet notamment la résolution des noms.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A. Une URL identifie l’emplacement d’une ressource et la manière d’y accéder.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A. HTTP encadre les requêtes et réponses du Web.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B. Le serveur répond, mais ne trouve pas la ressource demandée.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A. HTML décrit la structure et le contenu d’une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B. Le Wi-Fi relie localement des appareils. Internet interconnecte des réseaux.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A. Le navigateur initie la requête vers le serveur.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A. Dans ce modèle, le serveur renvoie une réponse HTTP.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A. Le nom d’hôte appartient à l’URL.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A. Internet transporte de nombreux services distincts du Web.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A. Un site regroupe habituellement plusieurs ressources et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B. Le navigateur est un logiciel. Le moteur de recherche est un service consultable.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A. Le client peut joindre un serveur distant grâce au réseau.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Auto-positionnement. Aucune réponse n’est meilleure qu’une autre.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Utiliser surtout les erreurs fréquentes pour ajuster les explications du jour.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 la salle ne permet pas de se déplacer, utiliser trois gestes ou trois feuilles de couleur.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Les deux interviennent. La page appartient au Web. Internet transporte les échanges entre le navigateur et les serveurs.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Internet. Le courrier électronique utilise Internet. L’application n’a pas besoin d’afficher une page Web.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Les deux interviennent. Le site relève du Web et ses données circulent grâce à Internet.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Internet. La situation décrit l’interconnexion et le transport réseau, sans ressource Web particulière.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Internet. La visioconférence utilise Internet. Elle ne constitue pas nécessairement une page Web.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Les deux interviennent. Le lien appartient au Web. La ressource distante transite par Internet.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Internet. Le jeu en ligne utilise Internet, mais son protocole principal ne relève pas forcément du Web.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Réponse attendue : Les deux interviennent. La page et son lecteur relèvent du Web. Internet transporte la vidéo.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Faire circuler URL, question DNS, réponse DNS, requête HTTP puis réponse 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Insister sur le fait que 404 prouve qu’un serveur a répondu.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 pas assimiler automatiquement 500 à un serveur éteint.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Demander explicitement si une requête HTTP a atteint le serveur : non.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9194695ae540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89b5827fd24988" /><Relationship Type="http://schemas.openxmlformats.org/officeDocument/2006/relationships/slideLayout" Target="/ppt/slideLayouts/slideLayout1.xml" Id="R318cfd40429145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8cfd40429145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bddffc9ee24c39" /><Relationship Type="http://schemas.openxmlformats.org/officeDocument/2006/relationships/notesSlide" Target="/ppt/notesSlides/notesSlide1.xml" Id="R66736a2d46cf47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ee44b4d3534017" /><Relationship Type="http://schemas.openxmlformats.org/officeDocument/2006/relationships/notesSlide" Target="/ppt/notesSlides/notesSlide2.xml" Id="Rdd313676378c45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d7210d59714451" /><Relationship Type="http://schemas.openxmlformats.org/officeDocument/2006/relationships/notesSlide" Target="/ppt/notesSlides/notesSlide3.xml" Id="R80de051842cf49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94351d38894b19" /><Relationship Type="http://schemas.openxmlformats.org/officeDocument/2006/relationships/notesSlide" Target="/ppt/notesSlides/notesSlide4.xml" Id="Rb887dcc797d949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079a3a282846d7" /><Relationship Type="http://schemas.openxmlformats.org/officeDocument/2006/relationships/notesSlide" Target="/ppt/notesSlides/notesSlide5.xml" Id="R9209c569431f4d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8fdedf776340a2" /><Relationship Type="http://schemas.openxmlformats.org/officeDocument/2006/relationships/notesSlide" Target="/ppt/notesSlides/notesSlide6.xml" Id="R48677e61d0684e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3821e133324e3d" /><Relationship Type="http://schemas.openxmlformats.org/officeDocument/2006/relationships/notesSlide" Target="/ppt/notesSlides/notesSlide7.xml" Id="R06dd85c693cd41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262ede880cb4472" /><Relationship Type="http://schemas.openxmlformats.org/officeDocument/2006/relationships/notesSlide" Target="/ppt/notesSlides/notesSlide8.xml" Id="R03437edc182d46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8be624b30d4323" /><Relationship Type="http://schemas.openxmlformats.org/officeDocument/2006/relationships/notesSlide" Target="/ppt/notesSlides/notesSlide9.xml" Id="R4c2a691b74584c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74736428f1c4618" /><Relationship Type="http://schemas.openxmlformats.org/officeDocument/2006/relationships/notesSlide" Target="/ppt/notesSlides/notesSlide10.xml" Id="R05785d5a5c1442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b5ca48b03de4fbc" /><Relationship Type="http://schemas.openxmlformats.org/officeDocument/2006/relationships/notesSlide" Target="/ppt/notesSlides/notesSlide11.xml" Id="R64c6df18af2647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112736296054c23" /><Relationship Type="http://schemas.openxmlformats.org/officeDocument/2006/relationships/notesSlide" Target="/ppt/notesSlides/notesSlide12.xml" Id="Rb0dcf08863e749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c3c0c412a084e07" /><Relationship Type="http://schemas.openxmlformats.org/officeDocument/2006/relationships/notesSlide" Target="/ppt/notesSlides/notesSlide13.xml" Id="R66ebee708d2740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94e750300ec49ad" /><Relationship Type="http://schemas.openxmlformats.org/officeDocument/2006/relationships/notesSlide" Target="/ppt/notesSlides/notesSlide14.xml" Id="R78463d02321d4c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aee3b9eac764018" /><Relationship Type="http://schemas.openxmlformats.org/officeDocument/2006/relationships/notesSlide" Target="/ppt/notesSlides/notesSlide15.xml" Id="Rfb39a6ec775740d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966813bcbad4c96" /><Relationship Type="http://schemas.openxmlformats.org/officeDocument/2006/relationships/notesSlide" Target="/ppt/notesSlides/notesSlide16.xml" Id="R7a4cadbdb1f8485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434c0dedbb94434" /><Relationship Type="http://schemas.openxmlformats.org/officeDocument/2006/relationships/notesSlide" Target="/ppt/notesSlides/notesSlide17.xml" Id="R05e4bb7555aa49a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0ed7e463d534337" /><Relationship Type="http://schemas.openxmlformats.org/officeDocument/2006/relationships/notesSlide" Target="/ppt/notesSlides/notesSlide18.xml" Id="R7c0c8943c766477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1ee19a80e0747f4" /><Relationship Type="http://schemas.openxmlformats.org/officeDocument/2006/relationships/notesSlide" Target="/ppt/notesSlides/notesSlide19.xml" Id="R9c7341ca18fb4b9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030eb30b6234201" /><Relationship Type="http://schemas.openxmlformats.org/officeDocument/2006/relationships/notesSlide" Target="/ppt/notesSlides/notesSlide20.xml" Id="Rbe59e4f0a270422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e4acd6a49af40b7" /><Relationship Type="http://schemas.openxmlformats.org/officeDocument/2006/relationships/notesSlide" Target="/ppt/notesSlides/notesSlide21.xml" Id="R2af541f1287a46f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0d503304a9149de" /><Relationship Type="http://schemas.openxmlformats.org/officeDocument/2006/relationships/notesSlide" Target="/ppt/notesSlides/notesSlide22.xml" Id="R3a7e6d50189f4d4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f300d6a724c45ce" /><Relationship Type="http://schemas.openxmlformats.org/officeDocument/2006/relationships/notesSlide" Target="/ppt/notesSlides/notesSlide23.xml" Id="Rb0b4539194cb4bb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86d870e3bb1452f" /><Relationship Type="http://schemas.openxmlformats.org/officeDocument/2006/relationships/notesSlide" Target="/ppt/notesSlides/notesSlide24.xml" Id="Rdb56cc40818b419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903b37a9de3420f" /><Relationship Type="http://schemas.openxmlformats.org/officeDocument/2006/relationships/notesSlide" Target="/ppt/notesSlides/notesSlide25.xml" Id="Rb2e3d4663c9a4b6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d40810c766e4d28" /><Relationship Type="http://schemas.openxmlformats.org/officeDocument/2006/relationships/notesSlide" Target="/ppt/notesSlides/notesSlide26.xml" Id="Rae713b77148745b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673a70ae431483c" /><Relationship Type="http://schemas.openxmlformats.org/officeDocument/2006/relationships/notesSlide" Target="/ppt/notesSlides/notesSlide27.xml" Id="R893f57e71a6e450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7e946be2ed84067" /><Relationship Type="http://schemas.openxmlformats.org/officeDocument/2006/relationships/notesSlide" Target="/ppt/notesSlides/notesSlide28.xml" Id="Rf9388e349a4e4be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e3118138e2d4c03" /><Relationship Type="http://schemas.openxmlformats.org/officeDocument/2006/relationships/notesSlide" Target="/ppt/notesSlides/notesSlide29.xml" Id="Rc1957d2cc2df428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807e841ef2d4796" /><Relationship Type="http://schemas.openxmlformats.org/officeDocument/2006/relationships/notesSlide" Target="/ppt/notesSlides/notesSlide30.xml" Id="Ra41751fa84894e5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6d52b08a1c9431e" /><Relationship Type="http://schemas.openxmlformats.org/officeDocument/2006/relationships/notesSlide" Target="/ppt/notesSlides/notesSlide31.xml" Id="R3cbb9887441645c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040d088c3a549b1" /><Relationship Type="http://schemas.openxmlformats.org/officeDocument/2006/relationships/notesSlide" Target="/ppt/notesSlides/notesSlide32.xml" Id="R7e5b27c076e1470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36f9e8d18b04147" /><Relationship Type="http://schemas.openxmlformats.org/officeDocument/2006/relationships/notesSlide" Target="/ppt/notesSlides/notesSlide33.xml" Id="R5713da782ab54e1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9c201a2168b408d" /><Relationship Type="http://schemas.openxmlformats.org/officeDocument/2006/relationships/notesSlide" Target="/ppt/notesSlides/notesSlide34.xml" Id="Rcbacddd5f59247a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c28814b73cd4315" /><Relationship Type="http://schemas.openxmlformats.org/officeDocument/2006/relationships/notesSlide" Target="/ppt/notesSlides/notesSlide35.xml" Id="R7467278b4cd4487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dd026f72e494b4f" /><Relationship Type="http://schemas.openxmlformats.org/officeDocument/2006/relationships/notesSlide" Target="/ppt/notesSlides/notesSlide36.xml" Id="R3dbff4ee05cd4d0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786786a841f4a28" /><Relationship Type="http://schemas.openxmlformats.org/officeDocument/2006/relationships/notesSlide" Target="/ppt/notesSlides/notesSlide37.xml" Id="R9bcb06ad3fb8474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297327c11a9485c" /><Relationship Type="http://schemas.openxmlformats.org/officeDocument/2006/relationships/notesSlide" Target="/ppt/notesSlides/notesSlide38.xml" Id="R5171564cbd3740a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82a9b751fbd4070" /><Relationship Type="http://schemas.openxmlformats.org/officeDocument/2006/relationships/notesSlide" Target="/ppt/notesSlides/notesSlide39.xml" Id="R0334330be3d14b3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222e54edf4b543cd" /><Relationship Type="http://schemas.openxmlformats.org/officeDocument/2006/relationships/notesSlide" Target="/ppt/notesSlides/notesSlide40.xml" Id="Ra0f8261bb023459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cf792acd1df54747" /><Relationship Type="http://schemas.openxmlformats.org/officeDocument/2006/relationships/notesSlide" Target="/ppt/notesSlides/notesSlide41.xml" Id="R07a5199f787c4a1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d4dac5160e84048" /><Relationship Type="http://schemas.openxmlformats.org/officeDocument/2006/relationships/notesSlide" Target="/ppt/notesSlides/notesSlide42.xml" Id="Re36dc7a2f952430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ae704175b2b44b02" /><Relationship Type="http://schemas.openxmlformats.org/officeDocument/2006/relationships/notesSlide" Target="/ppt/notesSlides/notesSlide43.xml" Id="R1f2d340aabf342f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82852989a45448a" /><Relationship Type="http://schemas.openxmlformats.org/officeDocument/2006/relationships/notesSlide" Target="/ppt/notesSlides/notesSlide44.xml" Id="R6de0069b9224437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a3b936b056b466f" /><Relationship Type="http://schemas.openxmlformats.org/officeDocument/2006/relationships/notesSlide" Target="/ppt/notesSlides/notesSlide45.xml" Id="R8db7210bc6de426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ed8600b7627343ec" /><Relationship Type="http://schemas.openxmlformats.org/officeDocument/2006/relationships/notesSlide" Target="/ppt/notesSlides/notesSlide46.xml" Id="R2f0ba0f207df460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d9bfc2f5b2d4c29" /><Relationship Type="http://schemas.openxmlformats.org/officeDocument/2006/relationships/notesSlide" Target="/ppt/notesSlides/notesSlide47.xml" Id="Rae26e310e86640a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c025bafcfd447a5" /><Relationship Type="http://schemas.openxmlformats.org/officeDocument/2006/relationships/notesSlide" Target="/ppt/notesSlides/notesSlide48.xml" Id="R8ae59ee8208549b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1f923e1113fa41e6" /><Relationship Type="http://schemas.openxmlformats.org/officeDocument/2006/relationships/notesSlide" Target="/ppt/notesSlides/notesSlide49.xml" Id="R8f06e7633175469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6551552d54a4ddd" /><Relationship Type="http://schemas.openxmlformats.org/officeDocument/2006/relationships/notesSlide" Target="/ppt/notesSlides/notesSlide50.xml" Id="Rf0aa972904ad444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2f85ac18f26546ca" /><Relationship Type="http://schemas.openxmlformats.org/officeDocument/2006/relationships/notesSlide" Target="/ppt/notesSlides/notesSlide51.xml" Id="Rbdfc8c5f6638444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23514fbf70174a06" /><Relationship Type="http://schemas.openxmlformats.org/officeDocument/2006/relationships/notesSlide" Target="/ppt/notesSlides/notesSlide52.xml" Id="R210e0493c1384da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a2790a2667614f81" /><Relationship Type="http://schemas.openxmlformats.org/officeDocument/2006/relationships/notesSlide" Target="/ppt/notesSlides/notesSlide53.xml" Id="R818bd222eeb4463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7e825f703db4d4f" /><Relationship Type="http://schemas.openxmlformats.org/officeDocument/2006/relationships/notesSlide" Target="/ppt/notesSlides/notesSlide54.xml" Id="Ra445b7fb9b7841d3"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371f4f69e9494b1e" /><Relationship Type="http://schemas.openxmlformats.org/officeDocument/2006/relationships/notesSlide" Target="/ppt/notesSlides/notesSlide55.xml" Id="R396eb8f6b76d4d8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1188ec886e894641" /><Relationship Type="http://schemas.openxmlformats.org/officeDocument/2006/relationships/notesSlide" Target="/ppt/notesSlides/notesSlide56.xml" Id="Re022bdcabccf4b59"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01f03c1fbd7c4d00" /><Relationship Type="http://schemas.openxmlformats.org/officeDocument/2006/relationships/notesSlide" Target="/ppt/notesSlides/notesSlide57.xml" Id="R263abd592cfa4ba6"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2f66721e73474613" /><Relationship Type="http://schemas.openxmlformats.org/officeDocument/2006/relationships/notesSlide" Target="/ppt/notesSlides/notesSlide58.xml" Id="R1992e72f2cf34ce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0071516207f4904" /><Relationship Type="http://schemas.openxmlformats.org/officeDocument/2006/relationships/notesSlide" Target="/ppt/notesSlides/notesSlide59.xml" Id="R3973c556d0164270"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446a72ecd145415a" /><Relationship Type="http://schemas.openxmlformats.org/officeDocument/2006/relationships/notesSlide" Target="/ppt/notesSlides/notesSlide60.xml" Id="R7d923e36c1a74be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3411b8d84eb7416c" /><Relationship Type="http://schemas.openxmlformats.org/officeDocument/2006/relationships/notesSlide" Target="/ppt/notesSlides/notesSlide61.xml" Id="R05c248a548984f4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c6ea0144c430494c" /><Relationship Type="http://schemas.openxmlformats.org/officeDocument/2006/relationships/notesSlide" Target="/ppt/notesSlides/notesSlide62.xml" Id="R3821dd109d074cd5"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898c29e377764806" /><Relationship Type="http://schemas.openxmlformats.org/officeDocument/2006/relationships/notesSlide" Target="/ppt/notesSlides/notesSlide63.xml" Id="R2704bfe45e8441e9"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aef10cd9ecd44014" /><Relationship Type="http://schemas.openxmlformats.org/officeDocument/2006/relationships/notesSlide" Target="/ppt/notesSlides/notesSlide64.xml" Id="R03a8eb19f5c8439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6bf864dd920e4dcb" /><Relationship Type="http://schemas.openxmlformats.org/officeDocument/2006/relationships/notesSlide" Target="/ppt/notesSlides/notesSlide65.xml" Id="Re2396bd908834d0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d70dc29d9aeb4cb3" /><Relationship Type="http://schemas.openxmlformats.org/officeDocument/2006/relationships/notesSlide" Target="/ppt/notesSlides/notesSlide66.xml" Id="R75ded19b5cf44f13"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cdbbe3de4b92415b" /><Relationship Type="http://schemas.openxmlformats.org/officeDocument/2006/relationships/notesSlide" Target="/ppt/notesSlides/notesSlide67.xml" Id="Rc7ce39dd2f3942a9"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8aa3d2c9462d4668" /><Relationship Type="http://schemas.openxmlformats.org/officeDocument/2006/relationships/notesSlide" Target="/ppt/notesSlides/notesSlide68.xml" Id="Rb0aa2cb053e840aa"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5e48b35a17614ea3" /><Relationship Type="http://schemas.openxmlformats.org/officeDocument/2006/relationships/notesSlide" Target="/ppt/notesSlides/notesSlide69.xml" Id="R48717c8c5c0f4b8e"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d6ec9d9f1d184a8c" /><Relationship Type="http://schemas.openxmlformats.org/officeDocument/2006/relationships/notesSlide" Target="/ppt/notesSlides/notesSlide70.xml" Id="R891ad3acb08c472e"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525ea468d5c64fe7" /><Relationship Type="http://schemas.openxmlformats.org/officeDocument/2006/relationships/notesSlide" Target="/ppt/notesSlides/notesSlide71.xml" Id="R357dac00ee974f05"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d3a38149da714c9c" /><Relationship Type="http://schemas.openxmlformats.org/officeDocument/2006/relationships/notesSlide" Target="/ppt/notesSlides/notesSlide72.xml" Id="R00b9a6569c0f44e0"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2f29a5e1db5343db" /><Relationship Type="http://schemas.openxmlformats.org/officeDocument/2006/relationships/notesSlide" Target="/ppt/notesSlides/notesSlide73.xml" Id="R38a5efd474164b4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029f1c97261c4e53" /><Relationship Type="http://schemas.openxmlformats.org/officeDocument/2006/relationships/notesSlide" Target="/ppt/notesSlides/notesSlide74.xml" Id="Re6e15599187d419b"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7c7f51b7ee874adb" /><Relationship Type="http://schemas.openxmlformats.org/officeDocument/2006/relationships/notesSlide" Target="/ppt/notesSlides/notesSlide75.xml" Id="Rdd20637fa9b24183"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f04f129a74024246" /><Relationship Type="http://schemas.openxmlformats.org/officeDocument/2006/relationships/notesSlide" Target="/ppt/notesSlides/notesSlide76.xml" Id="R3516ec4d80c44c5e"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9d12c4b3e412404f" /><Relationship Type="http://schemas.openxmlformats.org/officeDocument/2006/relationships/notesSlide" Target="/ppt/notesSlides/notesSlide77.xml" Id="R8d95ba2b907344ea"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e65f9f4c6f864dd3" /><Relationship Type="http://schemas.openxmlformats.org/officeDocument/2006/relationships/notesSlide" Target="/ppt/notesSlides/notesSlide78.xml" Id="R07df628645cf47e5"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f8dc5542c3c44310" /><Relationship Type="http://schemas.openxmlformats.org/officeDocument/2006/relationships/notesSlide" Target="/ppt/notesSlides/notesSlide79.xml" Id="R94dc696fa14e401e"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d4b95f3e51e74b05" /><Relationship Type="http://schemas.openxmlformats.org/officeDocument/2006/relationships/notesSlide" Target="/ppt/notesSlides/notesSlide80.xml" Id="R6f8a07b9f7114697"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1eb75aba0abe4fc5" /><Relationship Type="http://schemas.openxmlformats.org/officeDocument/2006/relationships/notesSlide" Target="/ppt/notesSlides/notesSlide81.xml" Id="R081cf5d064914575"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91f99175ea474fcb" /><Relationship Type="http://schemas.openxmlformats.org/officeDocument/2006/relationships/notesSlide" Target="/ppt/notesSlides/notesSlide82.xml" Id="R40d554657c77473c"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db4993ae0f99415e" /><Relationship Type="http://schemas.openxmlformats.org/officeDocument/2006/relationships/notesSlide" Target="/ppt/notesSlides/notesSlide83.xml" Id="R72c94fc7a81a4b81"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e7214c07a36d43b8" /><Relationship Type="http://schemas.openxmlformats.org/officeDocument/2006/relationships/notesSlide" Target="/ppt/notesSlides/notesSlide84.xml" Id="R1f0f82eef7ca404c"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3b430616302c4057" /><Relationship Type="http://schemas.openxmlformats.org/officeDocument/2006/relationships/notesSlide" Target="/ppt/notesSlides/notesSlide85.xml" Id="R75f7e70a42574475" /></Relationships>
</file>

<file path=ppt/slides/slide1.xml><?xml version="1.0" encoding="utf-8"?>
<p:sld xmlns:p="http://schemas.openxmlformats.org/presentationml/2006/main">
  <p:cSld>
    <p:bg>
      <p:bgPr>
        <a:solidFill xmlns:a="http://schemas.openxmlformats.org/drawingml/2006/main">
          <a:srgbClr val="1428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87E28B-BA9C-4205-93BC-5A862AE991F4}"/>
              </a:ext>
            </a:extLst>
          </p:cNvPr>
          <p:cNvSpPr>
            <a:spLocks xmlns:a="http://schemas.openxmlformats.org/drawingml/2006/main" noGrp="1"/>
          </p:cNvSpPr>
          <p:nvPr/>
        </p:nvSpPr>
        <p:spPr>
          <a:xfrm xmlns:a="http://schemas.openxmlformats.org/drawingml/2006/main">
            <a:off x="742950" y="5905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spc="3">
                <a:solidFill>
                  <a:srgbClr val="48D6C5"/>
                </a:solidFill>
                <a:latin typeface="DejaVu Sans"/>
                <a:ea typeface="DejaVu Sans"/>
                <a:cs typeface="DejaVu Sans"/>
              </a:defRPr>
            </a:pPr>
            <a:r>
              <a:rPr sz="1500" b="1" spc="3">
                <a:solidFill>
                  <a:srgbClr val="48D6C5"/>
                </a:solidFill>
                <a:latin typeface="DejaVu Sans"/>
                <a:ea typeface="DejaVu Sans"/>
                <a:cs typeface="DejaVu Sans"/>
              </a:rPr>
              <a:t>LUNDI</a:t>
            </a:r>
          </a:p>
        </p:txBody>
      </p:sp>
      <p:sp>
        <p:nvSpPr>
          <p:cNvPr id="2" name="">
            <a:extLst xmlns:a="http://schemas.openxmlformats.org/drawingml/2006/main">
              <a:ext uri="{FF2B5EF4-FFF2-40B4-BE49-F238E27FC236}">
                <a16:creationId xmlns:a16="http://schemas.microsoft.com/office/drawing/2014/main" id="{C7B35F74-0E63-44BE-AD9E-D1035FE673E6}"/>
              </a:ext>
            </a:extLst>
          </p:cNvPr>
          <p:cNvSpPr>
            <a:spLocks xmlns:a="http://schemas.openxmlformats.org/drawingml/2006/main" noGrp="1"/>
          </p:cNvSpPr>
          <p:nvPr/>
        </p:nvSpPr>
        <p:spPr>
          <a:xfrm xmlns:a="http://schemas.openxmlformats.org/drawingml/2006/main">
            <a:off x="723900" y="1524000"/>
            <a:ext cx="1028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350" b="1">
                <a:solidFill>
                  <a:srgbClr val="FFF7E8"/>
                </a:solidFill>
                <a:latin typeface="DejaVu Sans"/>
                <a:ea typeface="DejaVu Sans"/>
                <a:cs typeface="DejaVu Sans"/>
              </a:defRPr>
            </a:pPr>
            <a:r>
              <a:rPr sz="4350" b="1">
                <a:solidFill>
                  <a:srgbClr val="FFF7E8"/>
                </a:solidFill>
                <a:latin typeface="DejaVu Sans"/>
                <a:ea typeface="DejaVu Sans"/>
                <a:cs typeface="DejaVu Sans"/>
              </a:rPr>
              <a:t>Activités et temps collectifs</a:t>
            </a:r>
          </a:p>
        </p:txBody>
      </p:sp>
      <p:sp>
        <p:nvSpPr>
          <p:cNvPr id="3" name="">
            <a:extLst xmlns:a="http://schemas.openxmlformats.org/drawingml/2006/main">
              <a:ext uri="{FF2B5EF4-FFF2-40B4-BE49-F238E27FC236}">
                <a16:creationId xmlns:a16="http://schemas.microsoft.com/office/drawing/2014/main" id="{B113A872-62C6-46DD-BF28-6F3A3F85BF09}"/>
              </a:ext>
            </a:extLst>
          </p:cNvPr>
          <p:cNvSpPr>
            <a:spLocks xmlns:a="http://schemas.openxmlformats.org/drawingml/2006/main" noGrp="1"/>
          </p:cNvSpPr>
          <p:nvPr/>
        </p:nvSpPr>
        <p:spPr>
          <a:xfrm xmlns:a="http://schemas.openxmlformats.org/drawingml/2006/main">
            <a:off x="762000" y="3190875"/>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a:solidFill>
                  <a:srgbClr val="E8D7B8"/>
                </a:solidFill>
                <a:latin typeface="DejaVu Sans"/>
                <a:ea typeface="DejaVu Sans"/>
                <a:cs typeface="DejaVu Sans"/>
              </a:defRPr>
            </a:pPr>
            <a:r>
              <a:rPr sz="2025">
                <a:solidFill>
                  <a:srgbClr val="E8D7B8"/>
                </a:solidFill>
                <a:latin typeface="DejaVu Sans"/>
                <a:ea typeface="DejaVu Sans"/>
                <a:cs typeface="DejaVu Sans"/>
              </a:rPr>
              <a:t>Questions, défis, corrections et jeu de rôles</a:t>
            </a:r>
          </a:p>
        </p:txBody>
      </p:sp>
      <p:sp>
        <p:nvSpPr>
          <p:cNvPr id="4" name="">
            <a:extLst xmlns:a="http://schemas.openxmlformats.org/drawingml/2006/main">
              <a:ext uri="{FF2B5EF4-FFF2-40B4-BE49-F238E27FC236}">
                <a16:creationId xmlns:a16="http://schemas.microsoft.com/office/drawing/2014/main" id="{767967F3-461C-4035-9F5D-F648A807E731}"/>
              </a:ext>
            </a:extLst>
          </p:cNvPr>
          <p:cNvSpPr>
            <a:spLocks xmlns:a="http://schemas.openxmlformats.org/drawingml/2006/main" noGrp="1"/>
          </p:cNvSpPr>
          <p:nvPr/>
        </p:nvSpPr>
        <p:spPr>
          <a:xfrm xmlns:a="http://schemas.openxmlformats.org/drawingml/2006/main">
            <a:off x="762000" y="519112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a:solidFill>
                  <a:srgbClr val="FFFFFF"/>
                </a:solidFill>
                <a:latin typeface="DejaVu Sans"/>
                <a:ea typeface="DejaVu Sans"/>
                <a:cs typeface="DejaVu Sans"/>
              </a:defRPr>
            </a:pPr>
            <a:r>
              <a:rPr sz="1425">
                <a:solidFill>
                  <a:srgbClr val="FFFFFF"/>
                </a:solidFill>
                <a:latin typeface="DejaVu Sans"/>
                <a:ea typeface="DejaVu Sans"/>
                <a:cs typeface="DejaVu Sans"/>
              </a:rPr>
              <a:t>Le bingo humain possède son propre diaporama.</a:t>
            </a:r>
          </a:p>
        </p:txBody>
      </p:sp>
    </p:spTree>
    <p:extLst>
      <p:ext uri="{BB962C8B-B14F-4D97-AF65-F5344CB8AC3E}">
        <p14:creationId xmlns:p14="http://schemas.microsoft.com/office/powerpoint/2010/main" val="732072454"/>
      </p:ext>
    </p:extLst>
  </p:cSld>
</p:sld>
</file>

<file path=ppt/slides/slide2.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41A134-A8C7-4B13-9ED7-199F03F6CF84}"/>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MODE D’EMPLOI</a:t>
            </a:r>
          </a:p>
        </p:txBody>
      </p:sp>
      <p:sp>
        <p:nvSpPr>
          <p:cNvPr id="2" name="">
            <a:extLst xmlns:a="http://schemas.openxmlformats.org/drawingml/2006/main">
              <a:ext uri="{FF2B5EF4-FFF2-40B4-BE49-F238E27FC236}">
                <a16:creationId xmlns:a16="http://schemas.microsoft.com/office/drawing/2014/main" id="{C7343087-5693-472A-99EC-07B0FA3A1C93}"/>
              </a:ext>
            </a:extLst>
          </p:cNvPr>
          <p:cNvSpPr>
            <a:spLocks xmlns:a="http://schemas.openxmlformats.org/drawingml/2006/main" noGrp="1"/>
          </p:cNvSpPr>
          <p:nvPr/>
        </p:nvSpPr>
        <p:spPr>
          <a:xfrm xmlns:a="http://schemas.openxmlformats.org/drawingml/2006/main">
            <a:off x="685800" y="10668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4283A"/>
                </a:solidFill>
                <a:latin typeface="DejaVu Sans"/>
                <a:ea typeface="DejaVu Sans"/>
                <a:cs typeface="DejaVu Sans"/>
              </a:defRPr>
            </a:pPr>
            <a:r>
              <a:rPr sz="3150" b="1">
                <a:solidFill>
                  <a:srgbClr val="14283A"/>
                </a:solidFill>
                <a:latin typeface="DejaVu Sans"/>
                <a:ea typeface="DejaVu Sans"/>
                <a:cs typeface="DejaVu Sans"/>
              </a:rPr>
              <a:t>Un support à ouvrir au fil de la journée</a:t>
            </a:r>
          </a:p>
        </p:txBody>
      </p:sp>
      <p:sp>
        <p:nvSpPr>
          <p:cNvPr id="3" name="">
            <a:extLst xmlns:a="http://schemas.openxmlformats.org/drawingml/2006/main">
              <a:ext uri="{FF2B5EF4-FFF2-40B4-BE49-F238E27FC236}">
                <a16:creationId xmlns:a16="http://schemas.microsoft.com/office/drawing/2014/main" id="{FC86FC49-68EC-4A80-BEED-F94EFB6B8F12}"/>
              </a:ext>
            </a:extLst>
          </p:cNvPr>
          <p:cNvSpPr>
            <a:spLocks xmlns:a="http://schemas.openxmlformats.org/drawingml/2006/main" noGrp="1"/>
          </p:cNvSpPr>
          <p:nvPr/>
        </p:nvSpPr>
        <p:spPr>
          <a:xfrm xmlns:a="http://schemas.openxmlformats.org/drawingml/2006/main">
            <a:off x="762000" y="219075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073B43"/>
                </a:solidFill>
                <a:latin typeface="DejaVu Sans"/>
                <a:ea typeface="DejaVu Sans"/>
                <a:cs typeface="DejaVu Sans"/>
              </a:defRPr>
            </a:pPr>
            <a:r>
              <a:rPr sz="2100" b="1">
                <a:solidFill>
                  <a:srgbClr val="073B43"/>
                </a:solidFill>
                <a:latin typeface="DejaVu Sans"/>
                <a:ea typeface="DejaVu Sans"/>
                <a:cs typeface="DejaVu Sans"/>
              </a:rPr>
              <a:t>1</a:t>
            </a:r>
          </a:p>
        </p:txBody>
      </p:sp>
      <p:sp>
        <p:nvSpPr>
          <p:cNvPr id="4" name="">
            <a:extLst xmlns:a="http://schemas.openxmlformats.org/drawingml/2006/main">
              <a:ext uri="{FF2B5EF4-FFF2-40B4-BE49-F238E27FC236}">
                <a16:creationId xmlns:a16="http://schemas.microsoft.com/office/drawing/2014/main" id="{9E60D954-A83A-4A11-9C90-F0B0A5BEE0FE}"/>
              </a:ext>
            </a:extLst>
          </p:cNvPr>
          <p:cNvSpPr>
            <a:spLocks xmlns:a="http://schemas.openxmlformats.org/drawingml/2006/main" noGrp="1"/>
          </p:cNvSpPr>
          <p:nvPr/>
        </p:nvSpPr>
        <p:spPr>
          <a:xfrm xmlns:a="http://schemas.openxmlformats.org/drawingml/2006/main">
            <a:off x="762000" y="302895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4B2142"/>
                </a:solidFill>
                <a:latin typeface="DejaVu Sans"/>
                <a:ea typeface="DejaVu Sans"/>
                <a:cs typeface="DejaVu Sans"/>
              </a:defRPr>
            </a:pPr>
            <a:r>
              <a:rPr sz="2100" b="1">
                <a:solidFill>
                  <a:srgbClr val="4B2142"/>
                </a:solidFill>
                <a:latin typeface="DejaVu Sans"/>
                <a:ea typeface="DejaVu Sans"/>
                <a:cs typeface="DejaVu Sans"/>
              </a:rPr>
              <a:t>2</a:t>
            </a:r>
          </a:p>
        </p:txBody>
      </p:sp>
      <p:sp>
        <p:nvSpPr>
          <p:cNvPr id="5" name="">
            <a:extLst xmlns:a="http://schemas.openxmlformats.org/drawingml/2006/main">
              <a:ext uri="{FF2B5EF4-FFF2-40B4-BE49-F238E27FC236}">
                <a16:creationId xmlns:a16="http://schemas.microsoft.com/office/drawing/2014/main" id="{06E22590-47F7-4079-8386-1C4B469CBFA2}"/>
              </a:ext>
            </a:extLst>
          </p:cNvPr>
          <p:cNvSpPr>
            <a:spLocks xmlns:a="http://schemas.openxmlformats.org/drawingml/2006/main" noGrp="1"/>
          </p:cNvSpPr>
          <p:nvPr/>
        </p:nvSpPr>
        <p:spPr>
          <a:xfrm xmlns:a="http://schemas.openxmlformats.org/drawingml/2006/main">
            <a:off x="762000" y="386715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073B43"/>
                </a:solidFill>
                <a:latin typeface="DejaVu Sans"/>
                <a:ea typeface="DejaVu Sans"/>
                <a:cs typeface="DejaVu Sans"/>
              </a:defRPr>
            </a:pPr>
            <a:r>
              <a:rPr sz="2100" b="1">
                <a:solidFill>
                  <a:srgbClr val="073B43"/>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C72C9042-0BD2-4A0A-8598-CEDBDA9C0679}"/>
              </a:ext>
            </a:extLst>
          </p:cNvPr>
          <p:cNvSpPr>
            <a:spLocks xmlns:a="http://schemas.openxmlformats.org/drawingml/2006/main" noGrp="1"/>
          </p:cNvSpPr>
          <p:nvPr/>
        </p:nvSpPr>
        <p:spPr>
          <a:xfrm xmlns:a="http://schemas.openxmlformats.org/drawingml/2006/main">
            <a:off x="762000" y="470535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4B2142"/>
                </a:solidFill>
                <a:latin typeface="DejaVu Sans"/>
                <a:ea typeface="DejaVu Sans"/>
                <a:cs typeface="DejaVu Sans"/>
              </a:defRPr>
            </a:pPr>
            <a:r>
              <a:rPr sz="2100" b="1">
                <a:solidFill>
                  <a:srgbClr val="4B2142"/>
                </a:solidFill>
                <a:latin typeface="DejaVu Sans"/>
                <a:ea typeface="DejaVu Sans"/>
                <a:cs typeface="DejaVu Sans"/>
              </a:rPr>
              <a:t>4</a:t>
            </a:r>
          </a:p>
        </p:txBody>
      </p:sp>
      <p:sp>
        <p:nvSpPr>
          <p:cNvPr id="7" name="">
            <a:extLst xmlns:a="http://schemas.openxmlformats.org/drawingml/2006/main">
              <a:ext uri="{FF2B5EF4-FFF2-40B4-BE49-F238E27FC236}">
                <a16:creationId xmlns:a16="http://schemas.microsoft.com/office/drawing/2014/main" id="{DDA663D4-AF36-4B78-828A-BE4BBF7147E1}"/>
              </a:ext>
            </a:extLst>
          </p:cNvPr>
          <p:cNvSpPr>
            <a:spLocks xmlns:a="http://schemas.openxmlformats.org/drawingml/2006/main" noGrp="1"/>
          </p:cNvSpPr>
          <p:nvPr/>
        </p:nvSpPr>
        <p:spPr>
          <a:xfrm xmlns:a="http://schemas.openxmlformats.org/drawingml/2006/main">
            <a:off x="1428750" y="21145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Le quiz diagnostic reste individuel et non noté.</a:t>
            </a:r>
          </a:p>
        </p:txBody>
      </p:sp>
      <p:sp>
        <p:nvSpPr>
          <p:cNvPr id="8" name="">
            <a:extLst xmlns:a="http://schemas.openxmlformats.org/drawingml/2006/main">
              <a:ext uri="{FF2B5EF4-FFF2-40B4-BE49-F238E27FC236}">
                <a16:creationId xmlns:a16="http://schemas.microsoft.com/office/drawing/2014/main" id="{A8C789F6-9795-475B-AC37-D14E7EE8B5EC}"/>
              </a:ext>
            </a:extLst>
          </p:cNvPr>
          <p:cNvSpPr>
            <a:spLocks xmlns:a="http://schemas.openxmlformats.org/drawingml/2006/main" noGrp="1"/>
          </p:cNvSpPr>
          <p:nvPr/>
        </p:nvSpPr>
        <p:spPr>
          <a:xfrm xmlns:a="http://schemas.openxmlformats.org/drawingml/2006/main">
            <a:off x="1428750" y="2952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Les défis collectifs demandent une décision puis une justification.</a:t>
            </a:r>
          </a:p>
        </p:txBody>
      </p:sp>
      <p:sp>
        <p:nvSpPr>
          <p:cNvPr id="9" name="">
            <a:extLst xmlns:a="http://schemas.openxmlformats.org/drawingml/2006/main">
              <a:ext uri="{FF2B5EF4-FFF2-40B4-BE49-F238E27FC236}">
                <a16:creationId xmlns:a16="http://schemas.microsoft.com/office/drawing/2014/main" id="{90C4A794-CD07-421E-8DE2-CD7F7DD504BF}"/>
              </a:ext>
            </a:extLst>
          </p:cNvPr>
          <p:cNvSpPr>
            <a:spLocks xmlns:a="http://schemas.openxmlformats.org/drawingml/2006/main" noGrp="1"/>
          </p:cNvSpPr>
          <p:nvPr/>
        </p:nvSpPr>
        <p:spPr>
          <a:xfrm xmlns:a="http://schemas.openxmlformats.org/drawingml/2006/main">
            <a:off x="1428750" y="37909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Les écrans de correction servent au débrief, après les réponses.</a:t>
            </a:r>
          </a:p>
        </p:txBody>
      </p:sp>
      <p:sp>
        <p:nvSpPr>
          <p:cNvPr id="10" name="">
            <a:extLst xmlns:a="http://schemas.openxmlformats.org/drawingml/2006/main">
              <a:ext uri="{FF2B5EF4-FFF2-40B4-BE49-F238E27FC236}">
                <a16:creationId xmlns:a16="http://schemas.microsoft.com/office/drawing/2014/main" id="{3724A9AB-EF96-4AF8-BD27-3810215B50C5}"/>
              </a:ext>
            </a:extLst>
          </p:cNvPr>
          <p:cNvSpPr>
            <a:spLocks xmlns:a="http://schemas.openxmlformats.org/drawingml/2006/main" noGrp="1"/>
          </p:cNvSpPr>
          <p:nvPr/>
        </p:nvSpPr>
        <p:spPr>
          <a:xfrm xmlns:a="http://schemas.openxmlformats.org/drawingml/2006/main">
            <a:off x="1428750" y="46291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Le Web humain mobilise des acteurs et des équipes d’enquêteurs.</a:t>
            </a:r>
          </a:p>
        </p:txBody>
      </p:sp>
    </p:spTree>
    <p:extLst>
      <p:ext uri="{BB962C8B-B14F-4D97-AF65-F5344CB8AC3E}">
        <p14:creationId xmlns:p14="http://schemas.microsoft.com/office/powerpoint/2010/main" val="1417859747"/>
      </p:ext>
    </p:extLst>
  </p:cSld>
</p:sld>
</file>

<file path=ppt/slides/slide3.xml><?xml version="1.0" encoding="utf-8"?>
<p:sld xmlns:p="http://schemas.openxmlformats.org/presentationml/2006/main">
  <p:cSld>
    <p:bg>
      <p:bgPr>
        <a:solidFill xmlns:a="http://schemas.openxmlformats.org/drawingml/2006/main">
          <a:srgbClr val="1428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11DB44D-45A3-4AD0-AD83-5A9E2431ECE0}"/>
              </a:ext>
            </a:extLst>
          </p:cNvPr>
          <p:cNvSpPr>
            <a:spLocks xmlns:a="http://schemas.openxmlformats.org/drawingml/2006/main" noGrp="1"/>
          </p:cNvSpPr>
          <p:nvPr/>
        </p:nvSpPr>
        <p:spPr>
          <a:xfrm xmlns:a="http://schemas.openxmlformats.org/drawingml/2006/main">
            <a:off x="742950" y="5905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spc="3">
                <a:solidFill>
                  <a:srgbClr val="FF8F70"/>
                </a:solidFill>
                <a:latin typeface="DejaVu Sans"/>
                <a:ea typeface="DejaVu Sans"/>
                <a:cs typeface="DejaVu Sans"/>
              </a:defRPr>
            </a:pPr>
            <a:r>
              <a:rPr sz="1350" b="1" spc="3">
                <a:solidFill>
                  <a:srgbClr val="FF8F70"/>
                </a:solidFill>
                <a:latin typeface="DejaVu Sans"/>
                <a:ea typeface="DejaVu Sans"/>
                <a:cs typeface="DejaVu Sans"/>
              </a:rPr>
              <a:t>ACTIVITÉ</a:t>
            </a:r>
          </a:p>
        </p:txBody>
      </p:sp>
      <p:sp>
        <p:nvSpPr>
          <p:cNvPr id="2" name="">
            <a:extLst xmlns:a="http://schemas.openxmlformats.org/drawingml/2006/main">
              <a:ext uri="{FF2B5EF4-FFF2-40B4-BE49-F238E27FC236}">
                <a16:creationId xmlns:a16="http://schemas.microsoft.com/office/drawing/2014/main" id="{2C5372C2-FA91-4C01-8A80-C3EE73772E2D}"/>
              </a:ext>
            </a:extLst>
          </p:cNvPr>
          <p:cNvSpPr>
            <a:spLocks xmlns:a="http://schemas.openxmlformats.org/drawingml/2006/main" noGrp="1"/>
          </p:cNvSpPr>
          <p:nvPr/>
        </p:nvSpPr>
        <p:spPr>
          <a:xfrm xmlns:a="http://schemas.openxmlformats.org/drawingml/2006/main">
            <a:off x="723900" y="1714500"/>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050" b="1">
                <a:solidFill>
                  <a:srgbClr val="FFF7E8"/>
                </a:solidFill>
                <a:latin typeface="DejaVu Sans"/>
                <a:ea typeface="DejaVu Sans"/>
                <a:cs typeface="DejaVu Sans"/>
              </a:defRPr>
            </a:pPr>
            <a:r>
              <a:rPr sz="4050" b="1">
                <a:solidFill>
                  <a:srgbClr val="FFF7E8"/>
                </a:solidFill>
                <a:latin typeface="DejaVu Sans"/>
                <a:ea typeface="DejaVu Sans"/>
                <a:cs typeface="DejaVu Sans"/>
              </a:rPr>
              <a:t>Quiz diagnostic</a:t>
            </a:r>
          </a:p>
        </p:txBody>
      </p:sp>
      <p:sp>
        <p:nvSpPr>
          <p:cNvPr id="3" name="">
            <a:extLst xmlns:a="http://schemas.openxmlformats.org/drawingml/2006/main">
              <a:ext uri="{FF2B5EF4-FFF2-40B4-BE49-F238E27FC236}">
                <a16:creationId xmlns:a16="http://schemas.microsoft.com/office/drawing/2014/main" id="{60AEAE52-782F-4B44-8E66-CFE9F3A96A97}"/>
              </a:ext>
            </a:extLst>
          </p:cNvPr>
          <p:cNvSpPr>
            <a:spLocks xmlns:a="http://schemas.openxmlformats.org/drawingml/2006/main" noGrp="1"/>
          </p:cNvSpPr>
          <p:nvPr/>
        </p:nvSpPr>
        <p:spPr>
          <a:xfrm xmlns:a="http://schemas.openxmlformats.org/drawingml/2006/main">
            <a:off x="762000" y="323850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a:solidFill>
                  <a:srgbClr val="E8D7B8"/>
                </a:solidFill>
                <a:latin typeface="DejaVu Sans"/>
                <a:ea typeface="DejaVu Sans"/>
                <a:cs typeface="DejaVu Sans"/>
              </a:defRPr>
            </a:pPr>
            <a:r>
              <a:rPr sz="2025">
                <a:solidFill>
                  <a:srgbClr val="E8D7B8"/>
                </a:solidFill>
                <a:latin typeface="DejaVu Sans"/>
                <a:ea typeface="DejaVu Sans"/>
                <a:cs typeface="DejaVu Sans"/>
              </a:rPr>
              <a:t>20 questions pour repérer le point de départ du groupe</a:t>
            </a:r>
          </a:p>
        </p:txBody>
      </p:sp>
    </p:spTree>
    <p:extLst>
      <p:ext uri="{BB962C8B-B14F-4D97-AF65-F5344CB8AC3E}">
        <p14:creationId xmlns:p14="http://schemas.microsoft.com/office/powerpoint/2010/main" val="1375217245"/>
      </p:ext>
    </p:extLst>
  </p:cSld>
</p:sld>
</file>

<file path=ppt/slides/slide4.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C075568-3FF0-411C-8511-C5EE17AFFE5F}"/>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C0545530-B126-4EDC-9D7A-7D67F94CA1C8}"/>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F20CC7D7-28BF-4F50-A9B1-288079C1C750}"/>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Internet est principalement…</a:t>
            </a:r>
          </a:p>
        </p:txBody>
      </p:sp>
      <p:sp>
        <p:nvSpPr>
          <p:cNvPr id="4" name="">
            <a:extLst xmlns:a="http://schemas.openxmlformats.org/drawingml/2006/main">
              <a:ext uri="{FF2B5EF4-FFF2-40B4-BE49-F238E27FC236}">
                <a16:creationId xmlns:a16="http://schemas.microsoft.com/office/drawing/2014/main" id="{384660E9-97E1-47C3-92A9-4E7DB6E0B45D}"/>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CDD97C9F-9931-4DCF-8A14-3BCB6C9721EE}"/>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navigateur</a:t>
            </a:r>
          </a:p>
        </p:txBody>
      </p:sp>
      <p:sp>
        <p:nvSpPr>
          <p:cNvPr id="6" name="">
            <a:extLst xmlns:a="http://schemas.openxmlformats.org/drawingml/2006/main">
              <a:ext uri="{FF2B5EF4-FFF2-40B4-BE49-F238E27FC236}">
                <a16:creationId xmlns:a16="http://schemas.microsoft.com/office/drawing/2014/main" id="{CC1C833E-DFAA-48F0-9008-CF70859CC59F}"/>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7375E790-EF24-4318-B855-6CB5B49B7284}"/>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réseau mondial de réseaux</a:t>
            </a:r>
          </a:p>
        </p:txBody>
      </p:sp>
      <p:sp>
        <p:nvSpPr>
          <p:cNvPr id="8" name="">
            <a:extLst xmlns:a="http://schemas.openxmlformats.org/drawingml/2006/main">
              <a:ext uri="{FF2B5EF4-FFF2-40B4-BE49-F238E27FC236}">
                <a16:creationId xmlns:a16="http://schemas.microsoft.com/office/drawing/2014/main" id="{E82C3B29-BF86-498D-8B67-4BEBFF75E028}"/>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F1686A8C-A580-4E68-BE8F-537EE282B1D2}"/>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moteur de recherche</a:t>
            </a:r>
          </a:p>
        </p:txBody>
      </p:sp>
      <p:sp>
        <p:nvSpPr>
          <p:cNvPr id="10" name="">
            <a:extLst xmlns:a="http://schemas.openxmlformats.org/drawingml/2006/main">
              <a:ext uri="{FF2B5EF4-FFF2-40B4-BE49-F238E27FC236}">
                <a16:creationId xmlns:a16="http://schemas.microsoft.com/office/drawing/2014/main" id="{EB282ABF-2E8D-4247-86E5-B94C67179A6B}"/>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E6955E46-3964-42B1-ACA5-2C9A614C00E9}"/>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site Web</a:t>
            </a:r>
          </a:p>
        </p:txBody>
      </p:sp>
    </p:spTree>
    <p:extLst>
      <p:ext uri="{BB962C8B-B14F-4D97-AF65-F5344CB8AC3E}">
        <p14:creationId xmlns:p14="http://schemas.microsoft.com/office/powerpoint/2010/main" val="1600165811"/>
      </p:ext>
    </p:extLst>
  </p:cSld>
</p:sld>
</file>

<file path=ppt/slides/slide5.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BE7F60-3467-48B9-8B38-DD53738D108C}"/>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A5D2751C-6B4B-4910-8D83-F701D251B08D}"/>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278EE434-F654-4A06-A2FC-A7D618DFE1DB}"/>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Le Web est…</a:t>
            </a:r>
          </a:p>
        </p:txBody>
      </p:sp>
      <p:sp>
        <p:nvSpPr>
          <p:cNvPr id="4" name="">
            <a:extLst xmlns:a="http://schemas.openxmlformats.org/drawingml/2006/main">
              <a:ext uri="{FF2B5EF4-FFF2-40B4-BE49-F238E27FC236}">
                <a16:creationId xmlns:a16="http://schemas.microsoft.com/office/drawing/2014/main" id="{44BD67C5-B830-4AE7-8B4C-08D0BB7409EC}"/>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1C145CAE-DA8E-4569-975D-8C5A7B90FDB7}"/>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service qui utilise Internet</a:t>
            </a:r>
          </a:p>
        </p:txBody>
      </p:sp>
      <p:sp>
        <p:nvSpPr>
          <p:cNvPr id="6" name="">
            <a:extLst xmlns:a="http://schemas.openxmlformats.org/drawingml/2006/main">
              <a:ext uri="{FF2B5EF4-FFF2-40B4-BE49-F238E27FC236}">
                <a16:creationId xmlns:a16="http://schemas.microsoft.com/office/drawing/2014/main" id="{64B96BDE-8449-4F12-A3C4-9D6BFC52E9BE}"/>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F25C9842-86A8-4D0E-A5A6-613BBF760AFA}"/>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autre nom pour le Wi-Fi</a:t>
            </a:r>
          </a:p>
        </p:txBody>
      </p:sp>
      <p:sp>
        <p:nvSpPr>
          <p:cNvPr id="8" name="">
            <a:extLst xmlns:a="http://schemas.openxmlformats.org/drawingml/2006/main">
              <a:ext uri="{FF2B5EF4-FFF2-40B4-BE49-F238E27FC236}">
                <a16:creationId xmlns:a16="http://schemas.microsoft.com/office/drawing/2014/main" id="{3E2396C1-B2E1-4519-BB8C-6040D633CEDD}"/>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3104C039-E0E3-4131-AB45-33BE678AE2A0}"/>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le disque dur d’un serveur</a:t>
            </a:r>
          </a:p>
        </p:txBody>
      </p:sp>
      <p:sp>
        <p:nvSpPr>
          <p:cNvPr id="10" name="">
            <a:extLst xmlns:a="http://schemas.openxmlformats.org/drawingml/2006/main">
              <a:ext uri="{FF2B5EF4-FFF2-40B4-BE49-F238E27FC236}">
                <a16:creationId xmlns:a16="http://schemas.microsoft.com/office/drawing/2014/main" id="{407BAB32-816E-491F-A97C-4904FF76A616}"/>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C65A696D-8C3D-4741-B10B-1A5C6C755FDD}"/>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système d’exploitation</a:t>
            </a:r>
          </a:p>
        </p:txBody>
      </p:sp>
    </p:spTree>
    <p:extLst>
      <p:ext uri="{BB962C8B-B14F-4D97-AF65-F5344CB8AC3E}">
        <p14:creationId xmlns:p14="http://schemas.microsoft.com/office/powerpoint/2010/main" val="598534234"/>
      </p:ext>
    </p:extLst>
  </p:cSld>
</p:sld>
</file>

<file path=ppt/slides/slide6.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D3B0637-07EE-4F20-995D-FFC414C2CAAD}"/>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C19B2876-BF03-4458-AE68-D69A30B22937}"/>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D31F216C-EC81-4233-8B1A-4073757FA6A9}"/>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Lequel est un navigateur ?</a:t>
            </a:r>
          </a:p>
        </p:txBody>
      </p:sp>
      <p:sp>
        <p:nvSpPr>
          <p:cNvPr id="4" name="">
            <a:extLst xmlns:a="http://schemas.openxmlformats.org/drawingml/2006/main">
              <a:ext uri="{FF2B5EF4-FFF2-40B4-BE49-F238E27FC236}">
                <a16:creationId xmlns:a16="http://schemas.microsoft.com/office/drawing/2014/main" id="{71078DC8-1483-4BA5-BD59-6BB0B98F0E7A}"/>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E6A8C5A4-FEBA-42D2-9662-F0D82F65A290}"/>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Google</a:t>
            </a:r>
          </a:p>
        </p:txBody>
      </p:sp>
      <p:sp>
        <p:nvSpPr>
          <p:cNvPr id="6" name="">
            <a:extLst xmlns:a="http://schemas.openxmlformats.org/drawingml/2006/main">
              <a:ext uri="{FF2B5EF4-FFF2-40B4-BE49-F238E27FC236}">
                <a16:creationId xmlns:a16="http://schemas.microsoft.com/office/drawing/2014/main" id="{E5E7F9E0-A363-425F-B120-1ECC3D8DF1E7}"/>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CC5D1078-354F-4617-84E8-D5459C9669BF}"/>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Windows</a:t>
            </a:r>
          </a:p>
        </p:txBody>
      </p:sp>
      <p:sp>
        <p:nvSpPr>
          <p:cNvPr id="8" name="">
            <a:extLst xmlns:a="http://schemas.openxmlformats.org/drawingml/2006/main">
              <a:ext uri="{FF2B5EF4-FFF2-40B4-BE49-F238E27FC236}">
                <a16:creationId xmlns:a16="http://schemas.microsoft.com/office/drawing/2014/main" id="{F9E7423F-AAFE-4816-92EF-665158705341}"/>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E9916775-DDCE-4113-AF96-656279C56D3D}"/>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Firefox</a:t>
            </a:r>
          </a:p>
        </p:txBody>
      </p:sp>
      <p:sp>
        <p:nvSpPr>
          <p:cNvPr id="10" name="">
            <a:extLst xmlns:a="http://schemas.openxmlformats.org/drawingml/2006/main">
              <a:ext uri="{FF2B5EF4-FFF2-40B4-BE49-F238E27FC236}">
                <a16:creationId xmlns:a16="http://schemas.microsoft.com/office/drawing/2014/main" id="{D3E88D1D-3DD6-4E2D-8642-180A18D273FE}"/>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5ED4A8A8-167E-4A97-B40D-D37922167C1B}"/>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HTML</a:t>
            </a:r>
          </a:p>
        </p:txBody>
      </p:sp>
    </p:spTree>
    <p:extLst>
      <p:ext uri="{BB962C8B-B14F-4D97-AF65-F5344CB8AC3E}">
        <p14:creationId xmlns:p14="http://schemas.microsoft.com/office/powerpoint/2010/main" val="776709028"/>
      </p:ext>
    </p:extLst>
  </p:cSld>
</p:sld>
</file>

<file path=ppt/slides/slide7.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3E95F2-B2CD-4132-A72F-4E3567C3D25A}"/>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7F9C188B-643F-4A69-99C6-888777ABACC9}"/>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499984B1-6AFA-46B7-8C41-A051AA611F20}"/>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Lequel est un moteur de recherche ?</a:t>
            </a:r>
          </a:p>
        </p:txBody>
      </p:sp>
      <p:sp>
        <p:nvSpPr>
          <p:cNvPr id="4" name="">
            <a:extLst xmlns:a="http://schemas.openxmlformats.org/drawingml/2006/main">
              <a:ext uri="{FF2B5EF4-FFF2-40B4-BE49-F238E27FC236}">
                <a16:creationId xmlns:a16="http://schemas.microsoft.com/office/drawing/2014/main" id="{D67BCB62-9E4A-488B-8EC6-3FC353350FCF}"/>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E1B457D4-2EBF-4562-A6A5-EA2A83B5EBB0}"/>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Chrome</a:t>
            </a:r>
          </a:p>
        </p:txBody>
      </p:sp>
      <p:sp>
        <p:nvSpPr>
          <p:cNvPr id="6" name="">
            <a:extLst xmlns:a="http://schemas.openxmlformats.org/drawingml/2006/main">
              <a:ext uri="{FF2B5EF4-FFF2-40B4-BE49-F238E27FC236}">
                <a16:creationId xmlns:a16="http://schemas.microsoft.com/office/drawing/2014/main" id="{1E9992CE-C211-486B-8FFB-D3DFC5F1ACD1}"/>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A0C9A2A4-A67A-44F3-9270-703B40E16836}"/>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Google</a:t>
            </a:r>
          </a:p>
        </p:txBody>
      </p:sp>
      <p:sp>
        <p:nvSpPr>
          <p:cNvPr id="8" name="">
            <a:extLst xmlns:a="http://schemas.openxmlformats.org/drawingml/2006/main">
              <a:ext uri="{FF2B5EF4-FFF2-40B4-BE49-F238E27FC236}">
                <a16:creationId xmlns:a16="http://schemas.microsoft.com/office/drawing/2014/main" id="{360C4439-BA98-450E-B44A-7DADFAD44FA2}"/>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D6C4E5B6-4C59-4638-875E-B4E95C60E2C6}"/>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HTTP</a:t>
            </a:r>
          </a:p>
        </p:txBody>
      </p:sp>
      <p:sp>
        <p:nvSpPr>
          <p:cNvPr id="10" name="">
            <a:extLst xmlns:a="http://schemas.openxmlformats.org/drawingml/2006/main">
              <a:ext uri="{FF2B5EF4-FFF2-40B4-BE49-F238E27FC236}">
                <a16:creationId xmlns:a16="http://schemas.microsoft.com/office/drawing/2014/main" id="{6A508AE3-BA66-425D-93C9-C9D9FF201120}"/>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B747C99C-EFA4-4BDC-8DCF-4CDDEFF2B48C}"/>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Linux</a:t>
            </a:r>
          </a:p>
        </p:txBody>
      </p:sp>
    </p:spTree>
    <p:extLst>
      <p:ext uri="{BB962C8B-B14F-4D97-AF65-F5344CB8AC3E}">
        <p14:creationId xmlns:p14="http://schemas.microsoft.com/office/powerpoint/2010/main" val="948405354"/>
      </p:ext>
    </p:extLst>
  </p:cSld>
</p:sld>
</file>

<file path=ppt/slides/slide8.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BC2712-810B-4209-9352-02CDF13CF6FB}"/>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BF275D30-07E3-4758-97ED-D447A9237CA9}"/>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05</a:t>
            </a:r>
          </a:p>
        </p:txBody>
      </p:sp>
      <p:sp>
        <p:nvSpPr>
          <p:cNvPr id="3" name="">
            <a:extLst xmlns:a="http://schemas.openxmlformats.org/drawingml/2006/main">
              <a:ext uri="{FF2B5EF4-FFF2-40B4-BE49-F238E27FC236}">
                <a16:creationId xmlns:a16="http://schemas.microsoft.com/office/drawing/2014/main" id="{B31B39F2-1CE2-45E3-84BD-DF7788EED69A}"/>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Un serveur Web sert notamment à…</a:t>
            </a:r>
          </a:p>
        </p:txBody>
      </p:sp>
      <p:sp>
        <p:nvSpPr>
          <p:cNvPr id="4" name="">
            <a:extLst xmlns:a="http://schemas.openxmlformats.org/drawingml/2006/main">
              <a:ext uri="{FF2B5EF4-FFF2-40B4-BE49-F238E27FC236}">
                <a16:creationId xmlns:a16="http://schemas.microsoft.com/office/drawing/2014/main" id="{B9AF409D-86BC-400D-8DC0-CD82B549AB73}"/>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30014DB6-5B60-4C69-9571-8404873B5A1B}"/>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héberger et fournir des ressources Web</a:t>
            </a:r>
          </a:p>
        </p:txBody>
      </p:sp>
      <p:sp>
        <p:nvSpPr>
          <p:cNvPr id="6" name="">
            <a:extLst xmlns:a="http://schemas.openxmlformats.org/drawingml/2006/main">
              <a:ext uri="{FF2B5EF4-FFF2-40B4-BE49-F238E27FC236}">
                <a16:creationId xmlns:a16="http://schemas.microsoft.com/office/drawing/2014/main" id="{8F5775C5-A468-4102-8E7F-C59536D5F126}"/>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5FEDD07D-E73F-4020-8AAD-EDB14C146DFE}"/>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remplacer le navigateur</a:t>
            </a:r>
          </a:p>
        </p:txBody>
      </p:sp>
      <p:sp>
        <p:nvSpPr>
          <p:cNvPr id="8" name="">
            <a:extLst xmlns:a="http://schemas.openxmlformats.org/drawingml/2006/main">
              <a:ext uri="{FF2B5EF4-FFF2-40B4-BE49-F238E27FC236}">
                <a16:creationId xmlns:a16="http://schemas.microsoft.com/office/drawing/2014/main" id="{36D6C1AE-AFE2-4608-9E48-EB17F718C9A0}"/>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7866920B-CBA3-4DA0-AE79-7221D009E9F2}"/>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créer du Wi-Fi partout</a:t>
            </a:r>
          </a:p>
        </p:txBody>
      </p:sp>
      <p:sp>
        <p:nvSpPr>
          <p:cNvPr id="10" name="">
            <a:extLst xmlns:a="http://schemas.openxmlformats.org/drawingml/2006/main">
              <a:ext uri="{FF2B5EF4-FFF2-40B4-BE49-F238E27FC236}">
                <a16:creationId xmlns:a16="http://schemas.microsoft.com/office/drawing/2014/main" id="{3C1D3FF2-7945-4175-8C77-26E1E534E41D}"/>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CDF6C590-4B4B-4480-A2A1-56A1E91FD9FF}"/>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traduire toutes les langues</a:t>
            </a:r>
          </a:p>
        </p:txBody>
      </p:sp>
    </p:spTree>
    <p:extLst>
      <p:ext uri="{BB962C8B-B14F-4D97-AF65-F5344CB8AC3E}">
        <p14:creationId xmlns:p14="http://schemas.microsoft.com/office/powerpoint/2010/main" val="1487224476"/>
      </p:ext>
    </p:extLst>
  </p:cSld>
</p:sld>
</file>

<file path=ppt/slides/slide9.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EF8353C-BF95-4B22-A124-65433800C044}"/>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3C0EEA94-7F73-47C2-BE7B-4712763E4DFB}"/>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BFCE1281-9166-48AF-84CC-738B4255BE48}"/>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Une adresse IP sert principalement à…</a:t>
            </a:r>
          </a:p>
        </p:txBody>
      </p:sp>
      <p:sp>
        <p:nvSpPr>
          <p:cNvPr id="4" name="">
            <a:extLst xmlns:a="http://schemas.openxmlformats.org/drawingml/2006/main">
              <a:ext uri="{FF2B5EF4-FFF2-40B4-BE49-F238E27FC236}">
                <a16:creationId xmlns:a16="http://schemas.microsoft.com/office/drawing/2014/main" id="{96B3BBD5-F78B-4CF0-A772-B11ADC1C7875}"/>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D05DB460-6CD1-4F3F-9EBE-3365ECB1A0D6}"/>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identifier une interface sur un réseau</a:t>
            </a:r>
          </a:p>
        </p:txBody>
      </p:sp>
      <p:sp>
        <p:nvSpPr>
          <p:cNvPr id="6" name="">
            <a:extLst xmlns:a="http://schemas.openxmlformats.org/drawingml/2006/main">
              <a:ext uri="{FF2B5EF4-FFF2-40B4-BE49-F238E27FC236}">
                <a16:creationId xmlns:a16="http://schemas.microsoft.com/office/drawing/2014/main" id="{87B3888F-9847-47DD-A114-F644C0B3C4C3}"/>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7A5B4F8C-EB1A-4278-A2DC-F16FE7ED4690}"/>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nommer un fichier</a:t>
            </a:r>
          </a:p>
        </p:txBody>
      </p:sp>
      <p:sp>
        <p:nvSpPr>
          <p:cNvPr id="8" name="">
            <a:extLst xmlns:a="http://schemas.openxmlformats.org/drawingml/2006/main">
              <a:ext uri="{FF2B5EF4-FFF2-40B4-BE49-F238E27FC236}">
                <a16:creationId xmlns:a16="http://schemas.microsoft.com/office/drawing/2014/main" id="{031CBB88-B4D9-4951-993E-8150FBAF101A}"/>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995E80E2-2E55-41A8-AD2E-EB24719A5E64}"/>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dessiner une page</a:t>
            </a:r>
          </a:p>
        </p:txBody>
      </p:sp>
      <p:sp>
        <p:nvSpPr>
          <p:cNvPr id="10" name="">
            <a:extLst xmlns:a="http://schemas.openxmlformats.org/drawingml/2006/main">
              <a:ext uri="{FF2B5EF4-FFF2-40B4-BE49-F238E27FC236}">
                <a16:creationId xmlns:a16="http://schemas.microsoft.com/office/drawing/2014/main" id="{1A7881BD-FD93-4F8D-BAEF-C9A1C426E071}"/>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15CDCFC1-7A85-45B3-AB69-D352E9979263}"/>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chiffrer un mot de passe</a:t>
            </a:r>
          </a:p>
        </p:txBody>
      </p:sp>
    </p:spTree>
    <p:extLst>
      <p:ext uri="{BB962C8B-B14F-4D97-AF65-F5344CB8AC3E}">
        <p14:creationId xmlns:p14="http://schemas.microsoft.com/office/powerpoint/2010/main" val="1979509290"/>
      </p:ext>
    </p:extLst>
  </p:cSld>
</p:sld>
</file>

<file path=ppt/slides/slide10.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33BAAC-F48C-433A-8A16-4ED0A0855644}"/>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A31DD3BD-A509-4244-BEB1-3511E5EECF8B}"/>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07</a:t>
            </a:r>
          </a:p>
        </p:txBody>
      </p:sp>
      <p:sp>
        <p:nvSpPr>
          <p:cNvPr id="3" name="">
            <a:extLst xmlns:a="http://schemas.openxmlformats.org/drawingml/2006/main">
              <a:ext uri="{FF2B5EF4-FFF2-40B4-BE49-F238E27FC236}">
                <a16:creationId xmlns:a16="http://schemas.microsoft.com/office/drawing/2014/main" id="{BE8E9A8B-62B3-44F6-AF91-4832EAF0AA69}"/>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Le DNS aide notamment à…</a:t>
            </a:r>
          </a:p>
        </p:txBody>
      </p:sp>
      <p:sp>
        <p:nvSpPr>
          <p:cNvPr id="4" name="">
            <a:extLst xmlns:a="http://schemas.openxmlformats.org/drawingml/2006/main">
              <a:ext uri="{FF2B5EF4-FFF2-40B4-BE49-F238E27FC236}">
                <a16:creationId xmlns:a16="http://schemas.microsoft.com/office/drawing/2014/main" id="{1007F5D8-7370-4E68-AA79-C6EF23D64036}"/>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676EAA60-5D56-429D-BB8C-62634A88A726}"/>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associer un nom de domaine à des informations réseau</a:t>
            </a:r>
          </a:p>
        </p:txBody>
      </p:sp>
      <p:sp>
        <p:nvSpPr>
          <p:cNvPr id="6" name="">
            <a:extLst xmlns:a="http://schemas.openxmlformats.org/drawingml/2006/main">
              <a:ext uri="{FF2B5EF4-FFF2-40B4-BE49-F238E27FC236}">
                <a16:creationId xmlns:a16="http://schemas.microsoft.com/office/drawing/2014/main" id="{CDD16CA6-0373-46F4-946B-0E4EAE7574B1}"/>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834F82DF-151C-4ACD-98F5-142E40ADE77F}"/>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agrandir une image</a:t>
            </a:r>
          </a:p>
        </p:txBody>
      </p:sp>
      <p:sp>
        <p:nvSpPr>
          <p:cNvPr id="8" name="">
            <a:extLst xmlns:a="http://schemas.openxmlformats.org/drawingml/2006/main">
              <a:ext uri="{FF2B5EF4-FFF2-40B4-BE49-F238E27FC236}">
                <a16:creationId xmlns:a16="http://schemas.microsoft.com/office/drawing/2014/main" id="{0E4088C1-F1EC-4AD6-BC86-0FC537B61ECE}"/>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777D7DC1-C8D4-4DA7-BF2E-1978D6A1DACD}"/>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écrire du HTML</a:t>
            </a:r>
          </a:p>
        </p:txBody>
      </p:sp>
      <p:sp>
        <p:nvSpPr>
          <p:cNvPr id="10" name="">
            <a:extLst xmlns:a="http://schemas.openxmlformats.org/drawingml/2006/main">
              <a:ext uri="{FF2B5EF4-FFF2-40B4-BE49-F238E27FC236}">
                <a16:creationId xmlns:a16="http://schemas.microsoft.com/office/drawing/2014/main" id="{73746982-8FA0-4FB9-9A59-6A8ADF56E60A}"/>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7148CC3E-BD30-4870-8232-8B35A9696DAE}"/>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installer Windows</a:t>
            </a:r>
          </a:p>
        </p:txBody>
      </p:sp>
    </p:spTree>
    <p:extLst>
      <p:ext uri="{BB962C8B-B14F-4D97-AF65-F5344CB8AC3E}">
        <p14:creationId xmlns:p14="http://schemas.microsoft.com/office/powerpoint/2010/main" val="578137118"/>
      </p:ext>
    </p:extLst>
  </p:cSld>
</p:sld>
</file>

<file path=ppt/slides/slide11.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0E33B8-607C-41C3-B343-12709256B443}"/>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63AE395F-1368-4247-95D6-A46385BCE7E1}"/>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0A53B521-18DF-49C0-AAF0-73CD47A360E5}"/>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Une URL est…</a:t>
            </a:r>
          </a:p>
        </p:txBody>
      </p:sp>
      <p:sp>
        <p:nvSpPr>
          <p:cNvPr id="4" name="">
            <a:extLst xmlns:a="http://schemas.openxmlformats.org/drawingml/2006/main">
              <a:ext uri="{FF2B5EF4-FFF2-40B4-BE49-F238E27FC236}">
                <a16:creationId xmlns:a16="http://schemas.microsoft.com/office/drawing/2014/main" id="{FBDAF75A-07F1-4711-9173-21A21DD8CF9E}"/>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961FE169-A286-4E99-ADB4-1268CD7874EF}"/>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une adresse permettant de désigner une ressource</a:t>
            </a:r>
          </a:p>
        </p:txBody>
      </p:sp>
      <p:sp>
        <p:nvSpPr>
          <p:cNvPr id="6" name="">
            <a:extLst xmlns:a="http://schemas.openxmlformats.org/drawingml/2006/main">
              <a:ext uri="{FF2B5EF4-FFF2-40B4-BE49-F238E27FC236}">
                <a16:creationId xmlns:a16="http://schemas.microsoft.com/office/drawing/2014/main" id="{5558AB58-4B5A-4318-B34F-FC52A4E87D4B}"/>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3C64DB42-73DD-4433-9BB9-E35BCE1E6005}"/>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câble réseau</a:t>
            </a:r>
          </a:p>
        </p:txBody>
      </p:sp>
      <p:sp>
        <p:nvSpPr>
          <p:cNvPr id="8" name="">
            <a:extLst xmlns:a="http://schemas.openxmlformats.org/drawingml/2006/main">
              <a:ext uri="{FF2B5EF4-FFF2-40B4-BE49-F238E27FC236}">
                <a16:creationId xmlns:a16="http://schemas.microsoft.com/office/drawing/2014/main" id="{897B9708-5D91-44B3-AA96-C26E452EE336}"/>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7BCB3FEB-5A32-4A8A-B8E7-C874D7397D94}"/>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antivirus</a:t>
            </a:r>
          </a:p>
        </p:txBody>
      </p:sp>
      <p:sp>
        <p:nvSpPr>
          <p:cNvPr id="10" name="">
            <a:extLst xmlns:a="http://schemas.openxmlformats.org/drawingml/2006/main">
              <a:ext uri="{FF2B5EF4-FFF2-40B4-BE49-F238E27FC236}">
                <a16:creationId xmlns:a16="http://schemas.microsoft.com/office/drawing/2014/main" id="{1EF6975C-3066-418C-8375-BF51C6E32247}"/>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F43F70B1-08EE-4A0B-AABF-206D622DEA98}"/>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ordinateur puissant</a:t>
            </a:r>
          </a:p>
        </p:txBody>
      </p:sp>
    </p:spTree>
    <p:extLst>
      <p:ext uri="{BB962C8B-B14F-4D97-AF65-F5344CB8AC3E}">
        <p14:creationId xmlns:p14="http://schemas.microsoft.com/office/powerpoint/2010/main" val="844089547"/>
      </p:ext>
    </p:extLst>
  </p:cSld>
</p:sld>
</file>

<file path=ppt/slides/slide12.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5E99744-DA9D-4355-AE63-C39C2DE5883C}"/>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8DBD2B03-74D2-49FD-8FC3-9BD497E339DD}"/>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09</a:t>
            </a:r>
          </a:p>
        </p:txBody>
      </p:sp>
      <p:sp>
        <p:nvSpPr>
          <p:cNvPr id="3" name="">
            <a:extLst xmlns:a="http://schemas.openxmlformats.org/drawingml/2006/main">
              <a:ext uri="{FF2B5EF4-FFF2-40B4-BE49-F238E27FC236}">
                <a16:creationId xmlns:a16="http://schemas.microsoft.com/office/drawing/2014/main" id="{6DA9F274-34B3-4CFE-A0BC-C2FFF7C764E4}"/>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HTTP organise principalement…</a:t>
            </a:r>
          </a:p>
        </p:txBody>
      </p:sp>
      <p:sp>
        <p:nvSpPr>
          <p:cNvPr id="4" name="">
            <a:extLst xmlns:a="http://schemas.openxmlformats.org/drawingml/2006/main">
              <a:ext uri="{FF2B5EF4-FFF2-40B4-BE49-F238E27FC236}">
                <a16:creationId xmlns:a16="http://schemas.microsoft.com/office/drawing/2014/main" id="{92AA6B90-FA9E-4060-B10B-32206041639C}"/>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27816534-C10B-4307-AD81-C49399D7D498}"/>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les échanges de ressources Web</a:t>
            </a:r>
          </a:p>
        </p:txBody>
      </p:sp>
      <p:sp>
        <p:nvSpPr>
          <p:cNvPr id="6" name="">
            <a:extLst xmlns:a="http://schemas.openxmlformats.org/drawingml/2006/main">
              <a:ext uri="{FF2B5EF4-FFF2-40B4-BE49-F238E27FC236}">
                <a16:creationId xmlns:a16="http://schemas.microsoft.com/office/drawing/2014/main" id="{B46AC6CE-F892-47BC-9E8E-3681F7C4E521}"/>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4A340170-6F05-4D32-8B84-D517CA4141ED}"/>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le démarrage d’un ordinateur</a:t>
            </a:r>
          </a:p>
        </p:txBody>
      </p:sp>
      <p:sp>
        <p:nvSpPr>
          <p:cNvPr id="8" name="">
            <a:extLst xmlns:a="http://schemas.openxmlformats.org/drawingml/2006/main">
              <a:ext uri="{FF2B5EF4-FFF2-40B4-BE49-F238E27FC236}">
                <a16:creationId xmlns:a16="http://schemas.microsoft.com/office/drawing/2014/main" id="{E0612282-FB4A-4203-BA1C-3A158A616F7C}"/>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2ACBD972-FC81-4F8E-9BE0-FE22A1DCE9CD}"/>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la recharge d’un téléphone</a:t>
            </a:r>
          </a:p>
        </p:txBody>
      </p:sp>
      <p:sp>
        <p:nvSpPr>
          <p:cNvPr id="10" name="">
            <a:extLst xmlns:a="http://schemas.openxmlformats.org/drawingml/2006/main">
              <a:ext uri="{FF2B5EF4-FFF2-40B4-BE49-F238E27FC236}">
                <a16:creationId xmlns:a16="http://schemas.microsoft.com/office/drawing/2014/main" id="{2AB45C7D-BBC6-4377-A5A0-718B0BF3FB8C}"/>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2B634BA2-FB64-41D7-A2FC-F2865A76ED56}"/>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l’impression sur papier</a:t>
            </a:r>
          </a:p>
        </p:txBody>
      </p:sp>
    </p:spTree>
    <p:extLst>
      <p:ext uri="{BB962C8B-B14F-4D97-AF65-F5344CB8AC3E}">
        <p14:creationId xmlns:p14="http://schemas.microsoft.com/office/powerpoint/2010/main" val="1708068843"/>
      </p:ext>
    </p:extLst>
  </p:cSld>
</p:sld>
</file>

<file path=ppt/slides/slide13.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F9AECF4-8513-43F8-AC53-7709043E73B1}"/>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A4750CE4-AC27-4A80-AEC7-386CEEE16308}"/>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10</a:t>
            </a:r>
          </a:p>
        </p:txBody>
      </p:sp>
      <p:sp>
        <p:nvSpPr>
          <p:cNvPr id="3" name="">
            <a:extLst xmlns:a="http://schemas.openxmlformats.org/drawingml/2006/main">
              <a:ext uri="{FF2B5EF4-FFF2-40B4-BE49-F238E27FC236}">
                <a16:creationId xmlns:a16="http://schemas.microsoft.com/office/drawing/2014/main" id="{0156F728-A612-466F-AC92-2AC31FD49FDA}"/>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Le code HTTP 404 signifie généralement…</a:t>
            </a:r>
          </a:p>
        </p:txBody>
      </p:sp>
      <p:sp>
        <p:nvSpPr>
          <p:cNvPr id="4" name="">
            <a:extLst xmlns:a="http://schemas.openxmlformats.org/drawingml/2006/main">
              <a:ext uri="{FF2B5EF4-FFF2-40B4-BE49-F238E27FC236}">
                <a16:creationId xmlns:a16="http://schemas.microsoft.com/office/drawing/2014/main" id="{BE3AB09D-EAA4-4480-ABF8-96D1F3B02993}"/>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2E2F8D7E-0168-4883-9E8B-CDBB31EAAE61}"/>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succès</a:t>
            </a:r>
          </a:p>
        </p:txBody>
      </p:sp>
      <p:sp>
        <p:nvSpPr>
          <p:cNvPr id="6" name="">
            <a:extLst xmlns:a="http://schemas.openxmlformats.org/drawingml/2006/main">
              <a:ext uri="{FF2B5EF4-FFF2-40B4-BE49-F238E27FC236}">
                <a16:creationId xmlns:a16="http://schemas.microsoft.com/office/drawing/2014/main" id="{F788C97D-9425-45A3-8C96-C97979441763}"/>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FEF11068-DE0D-4ED7-BF00-4455D21A934B}"/>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ressource introuvable</a:t>
            </a:r>
          </a:p>
        </p:txBody>
      </p:sp>
      <p:sp>
        <p:nvSpPr>
          <p:cNvPr id="8" name="">
            <a:extLst xmlns:a="http://schemas.openxmlformats.org/drawingml/2006/main">
              <a:ext uri="{FF2B5EF4-FFF2-40B4-BE49-F238E27FC236}">
                <a16:creationId xmlns:a16="http://schemas.microsoft.com/office/drawing/2014/main" id="{24C74BBE-C0A0-4D4E-AFE7-078697DA6EDC}"/>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7C0D49FD-D5F3-4600-A683-5213429F2925}"/>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serveur éteint pour toujours</a:t>
            </a:r>
          </a:p>
        </p:txBody>
      </p:sp>
      <p:sp>
        <p:nvSpPr>
          <p:cNvPr id="10" name="">
            <a:extLst xmlns:a="http://schemas.openxmlformats.org/drawingml/2006/main">
              <a:ext uri="{FF2B5EF4-FFF2-40B4-BE49-F238E27FC236}">
                <a16:creationId xmlns:a16="http://schemas.microsoft.com/office/drawing/2014/main" id="{EAC5D757-6BBA-4F4B-A40F-C3E721CF4098}"/>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7AA773AF-5447-480B-881C-2B593DE51B26}"/>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mot de passe correct</a:t>
            </a:r>
          </a:p>
        </p:txBody>
      </p:sp>
    </p:spTree>
    <p:extLst>
      <p:ext uri="{BB962C8B-B14F-4D97-AF65-F5344CB8AC3E}">
        <p14:creationId xmlns:p14="http://schemas.microsoft.com/office/powerpoint/2010/main" val="1998927168"/>
      </p:ext>
    </p:extLst>
  </p:cSld>
</p:sld>
</file>

<file path=ppt/slides/slide14.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40C82C-1C0F-4D37-AC4B-9E9A7E88D7BA}"/>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C58B0B97-4458-491B-8788-C518AEE94513}"/>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11</a:t>
            </a:r>
          </a:p>
        </p:txBody>
      </p:sp>
      <p:sp>
        <p:nvSpPr>
          <p:cNvPr id="3" name="">
            <a:extLst xmlns:a="http://schemas.openxmlformats.org/drawingml/2006/main">
              <a:ext uri="{FF2B5EF4-FFF2-40B4-BE49-F238E27FC236}">
                <a16:creationId xmlns:a16="http://schemas.microsoft.com/office/drawing/2014/main" id="{34ADD3F5-9EF2-4D11-B27B-7D37824E7EDB}"/>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HTML sert surtout à…</a:t>
            </a:r>
          </a:p>
        </p:txBody>
      </p:sp>
      <p:sp>
        <p:nvSpPr>
          <p:cNvPr id="4" name="">
            <a:extLst xmlns:a="http://schemas.openxmlformats.org/drawingml/2006/main">
              <a:ext uri="{FF2B5EF4-FFF2-40B4-BE49-F238E27FC236}">
                <a16:creationId xmlns:a16="http://schemas.microsoft.com/office/drawing/2014/main" id="{83C7CBB4-087A-421E-894A-32D8934BBA36}"/>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5F748552-B6CC-4BF3-A46A-42648BBD85ED}"/>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structurer le contenu d’une page Web</a:t>
            </a:r>
          </a:p>
        </p:txBody>
      </p:sp>
      <p:sp>
        <p:nvSpPr>
          <p:cNvPr id="6" name="">
            <a:extLst xmlns:a="http://schemas.openxmlformats.org/drawingml/2006/main">
              <a:ext uri="{FF2B5EF4-FFF2-40B4-BE49-F238E27FC236}">
                <a16:creationId xmlns:a16="http://schemas.microsoft.com/office/drawing/2014/main" id="{8D2F4970-38F0-4526-99AA-8F7CF2F98E73}"/>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E0152FA6-E0A7-4D22-97DD-EED567E41C34}"/>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connecter une box</a:t>
            </a:r>
          </a:p>
        </p:txBody>
      </p:sp>
      <p:sp>
        <p:nvSpPr>
          <p:cNvPr id="8" name="">
            <a:extLst xmlns:a="http://schemas.openxmlformats.org/drawingml/2006/main">
              <a:ext uri="{FF2B5EF4-FFF2-40B4-BE49-F238E27FC236}">
                <a16:creationId xmlns:a16="http://schemas.microsoft.com/office/drawing/2014/main" id="{9ED26D9E-7518-4A38-84E5-21166274C329}"/>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062D77C6-9787-42B4-B786-98F9AE9EA8A8}"/>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stocker des photos en ligne</a:t>
            </a:r>
          </a:p>
        </p:txBody>
      </p:sp>
      <p:sp>
        <p:nvSpPr>
          <p:cNvPr id="10" name="">
            <a:extLst xmlns:a="http://schemas.openxmlformats.org/drawingml/2006/main">
              <a:ext uri="{FF2B5EF4-FFF2-40B4-BE49-F238E27FC236}">
                <a16:creationId xmlns:a16="http://schemas.microsoft.com/office/drawing/2014/main" id="{EF762507-D0FC-42D2-83AC-5122C7FF02AF}"/>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095734C6-9909-4DFF-BD43-F6BA9C25FCD6}"/>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protéger un compte</a:t>
            </a:r>
          </a:p>
        </p:txBody>
      </p:sp>
    </p:spTree>
    <p:extLst>
      <p:ext uri="{BB962C8B-B14F-4D97-AF65-F5344CB8AC3E}">
        <p14:creationId xmlns:p14="http://schemas.microsoft.com/office/powerpoint/2010/main" val="572850017"/>
      </p:ext>
    </p:extLst>
  </p:cSld>
</p:sld>
</file>

<file path=ppt/slides/slide15.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02E9E26-582F-4ED7-8440-DA9122A5680A}"/>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496A52A6-53AE-4C3F-A55F-4FCF77EB8A16}"/>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12</a:t>
            </a:r>
          </a:p>
        </p:txBody>
      </p:sp>
      <p:sp>
        <p:nvSpPr>
          <p:cNvPr id="3" name="">
            <a:extLst xmlns:a="http://schemas.openxmlformats.org/drawingml/2006/main">
              <a:ext uri="{FF2B5EF4-FFF2-40B4-BE49-F238E27FC236}">
                <a16:creationId xmlns:a16="http://schemas.microsoft.com/office/drawing/2014/main" id="{29D92512-3770-4DC9-81D5-C1C53901EFC6}"/>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Le Wi-Fi et Internet sont…</a:t>
            </a:r>
          </a:p>
        </p:txBody>
      </p:sp>
      <p:sp>
        <p:nvSpPr>
          <p:cNvPr id="4" name="">
            <a:extLst xmlns:a="http://schemas.openxmlformats.org/drawingml/2006/main">
              <a:ext uri="{FF2B5EF4-FFF2-40B4-BE49-F238E27FC236}">
                <a16:creationId xmlns:a16="http://schemas.microsoft.com/office/drawing/2014/main" id="{E1364BB7-FF3E-4B8D-8168-CB5FF438FD5E}"/>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673277C9-A200-4D9B-B611-86A95A2EF065}"/>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exactement la même chose</a:t>
            </a:r>
          </a:p>
        </p:txBody>
      </p:sp>
      <p:sp>
        <p:nvSpPr>
          <p:cNvPr id="6" name="">
            <a:extLst xmlns:a="http://schemas.openxmlformats.org/drawingml/2006/main">
              <a:ext uri="{FF2B5EF4-FFF2-40B4-BE49-F238E27FC236}">
                <a16:creationId xmlns:a16="http://schemas.microsoft.com/office/drawing/2014/main" id="{0081207C-92AF-40DC-A659-63EDA31A4AEB}"/>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495CEA43-074B-4D19-B454-3117804E6782}"/>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deux notions différentes</a:t>
            </a:r>
          </a:p>
        </p:txBody>
      </p:sp>
      <p:sp>
        <p:nvSpPr>
          <p:cNvPr id="8" name="">
            <a:extLst xmlns:a="http://schemas.openxmlformats.org/drawingml/2006/main">
              <a:ext uri="{FF2B5EF4-FFF2-40B4-BE49-F238E27FC236}">
                <a16:creationId xmlns:a16="http://schemas.microsoft.com/office/drawing/2014/main" id="{936B53AD-A7F6-4D44-B380-1AC10A233FFC}"/>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70918A13-932A-4285-ABFB-69D10DF8F0CB}"/>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deux navigateurs</a:t>
            </a:r>
          </a:p>
        </p:txBody>
      </p:sp>
      <p:sp>
        <p:nvSpPr>
          <p:cNvPr id="10" name="">
            <a:extLst xmlns:a="http://schemas.openxmlformats.org/drawingml/2006/main">
              <a:ext uri="{FF2B5EF4-FFF2-40B4-BE49-F238E27FC236}">
                <a16:creationId xmlns:a16="http://schemas.microsoft.com/office/drawing/2014/main" id="{5B6B238C-3C2D-47F1-B3FA-19DA42706326}"/>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48C9B8F7-AE1D-471D-9152-96B81630651B}"/>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deux langages</a:t>
            </a:r>
          </a:p>
        </p:txBody>
      </p:sp>
    </p:spTree>
    <p:extLst>
      <p:ext uri="{BB962C8B-B14F-4D97-AF65-F5344CB8AC3E}">
        <p14:creationId xmlns:p14="http://schemas.microsoft.com/office/powerpoint/2010/main" val="1866809459"/>
      </p:ext>
    </p:extLst>
  </p:cSld>
</p:sld>
</file>

<file path=ppt/slides/slide16.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2231730-55ED-408F-9850-ACB177546B69}"/>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6E51FA4A-32D0-4BDA-92CF-4E84AB309A1E}"/>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13</a:t>
            </a:r>
          </a:p>
        </p:txBody>
      </p:sp>
      <p:sp>
        <p:nvSpPr>
          <p:cNvPr id="3" name="">
            <a:extLst xmlns:a="http://schemas.openxmlformats.org/drawingml/2006/main">
              <a:ext uri="{FF2B5EF4-FFF2-40B4-BE49-F238E27FC236}">
                <a16:creationId xmlns:a16="http://schemas.microsoft.com/office/drawing/2014/main" id="{1781E9A0-11AE-4D47-B55F-CFBB354F90A4}"/>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Quand un navigateur demande une page, il joue le rôle de…</a:t>
            </a:r>
          </a:p>
        </p:txBody>
      </p:sp>
      <p:sp>
        <p:nvSpPr>
          <p:cNvPr id="4" name="">
            <a:extLst xmlns:a="http://schemas.openxmlformats.org/drawingml/2006/main">
              <a:ext uri="{FF2B5EF4-FFF2-40B4-BE49-F238E27FC236}">
                <a16:creationId xmlns:a16="http://schemas.microsoft.com/office/drawing/2014/main" id="{39A161DD-FF8F-4DDA-B01D-BEA48C209227}"/>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A5ACF2CC-3497-464D-92A0-75B9F28D9227}"/>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client</a:t>
            </a:r>
          </a:p>
        </p:txBody>
      </p:sp>
      <p:sp>
        <p:nvSpPr>
          <p:cNvPr id="6" name="">
            <a:extLst xmlns:a="http://schemas.openxmlformats.org/drawingml/2006/main">
              <a:ext uri="{FF2B5EF4-FFF2-40B4-BE49-F238E27FC236}">
                <a16:creationId xmlns:a16="http://schemas.microsoft.com/office/drawing/2014/main" id="{AD2B79A6-2010-40C8-8AE9-C83F659F2527}"/>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39EE015E-D01E-4385-B4F0-4215E3690FBA}"/>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clavier</a:t>
            </a:r>
          </a:p>
        </p:txBody>
      </p:sp>
      <p:sp>
        <p:nvSpPr>
          <p:cNvPr id="8" name="">
            <a:extLst xmlns:a="http://schemas.openxmlformats.org/drawingml/2006/main">
              <a:ext uri="{FF2B5EF4-FFF2-40B4-BE49-F238E27FC236}">
                <a16:creationId xmlns:a16="http://schemas.microsoft.com/office/drawing/2014/main" id="{66D1E648-0BF7-47D4-B849-3A1089D9752E}"/>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8C3C6069-950A-4C20-8E70-9569B7360071}"/>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routeur</a:t>
            </a:r>
          </a:p>
        </p:txBody>
      </p:sp>
      <p:sp>
        <p:nvSpPr>
          <p:cNvPr id="10" name="">
            <a:extLst xmlns:a="http://schemas.openxmlformats.org/drawingml/2006/main">
              <a:ext uri="{FF2B5EF4-FFF2-40B4-BE49-F238E27FC236}">
                <a16:creationId xmlns:a16="http://schemas.microsoft.com/office/drawing/2014/main" id="{FAAA1874-76E4-4C83-AA8A-5A70E8FD04BB}"/>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4E861EDC-30D5-444E-8030-A72DDF741E84}"/>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moteur de recherche</a:t>
            </a:r>
          </a:p>
        </p:txBody>
      </p:sp>
    </p:spTree>
    <p:extLst>
      <p:ext uri="{BB962C8B-B14F-4D97-AF65-F5344CB8AC3E}">
        <p14:creationId xmlns:p14="http://schemas.microsoft.com/office/powerpoint/2010/main" val="673661684"/>
      </p:ext>
    </p:extLst>
  </p:cSld>
</p:sld>
</file>

<file path=ppt/slides/slide17.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96C733-1EFD-40BA-8C9C-C28959EAC69D}"/>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E20F1730-246C-4500-8E16-5D5CCE9C0A41}"/>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14</a:t>
            </a:r>
          </a:p>
        </p:txBody>
      </p:sp>
      <p:sp>
        <p:nvSpPr>
          <p:cNvPr id="3" name="">
            <a:extLst xmlns:a="http://schemas.openxmlformats.org/drawingml/2006/main">
              <a:ext uri="{FF2B5EF4-FFF2-40B4-BE49-F238E27FC236}">
                <a16:creationId xmlns:a16="http://schemas.microsoft.com/office/drawing/2014/main" id="{A19BE8FF-7192-4260-A07E-B52080FB458C}"/>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Le serveur répond au navigateur avec…</a:t>
            </a:r>
          </a:p>
        </p:txBody>
      </p:sp>
      <p:sp>
        <p:nvSpPr>
          <p:cNvPr id="4" name="">
            <a:extLst xmlns:a="http://schemas.openxmlformats.org/drawingml/2006/main">
              <a:ext uri="{FF2B5EF4-FFF2-40B4-BE49-F238E27FC236}">
                <a16:creationId xmlns:a16="http://schemas.microsoft.com/office/drawing/2014/main" id="{1284C1C7-F283-435C-BA6A-D7492EB3470E}"/>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12258CC2-1077-4F1A-A391-F2A691508555}"/>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une réponse HTTP</a:t>
            </a:r>
          </a:p>
        </p:txBody>
      </p:sp>
      <p:sp>
        <p:nvSpPr>
          <p:cNvPr id="6" name="">
            <a:extLst xmlns:a="http://schemas.openxmlformats.org/drawingml/2006/main">
              <a:ext uri="{FF2B5EF4-FFF2-40B4-BE49-F238E27FC236}">
                <a16:creationId xmlns:a16="http://schemas.microsoft.com/office/drawing/2014/main" id="{BDB66611-964C-414F-A0C2-980DFEA783D2}"/>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5640AE2E-1DB3-4DEC-8B9D-92550493974B}"/>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câble HDMI</a:t>
            </a:r>
          </a:p>
        </p:txBody>
      </p:sp>
      <p:sp>
        <p:nvSpPr>
          <p:cNvPr id="8" name="">
            <a:extLst xmlns:a="http://schemas.openxmlformats.org/drawingml/2006/main">
              <a:ext uri="{FF2B5EF4-FFF2-40B4-BE49-F238E27FC236}">
                <a16:creationId xmlns:a16="http://schemas.microsoft.com/office/drawing/2014/main" id="{EA066024-1F55-4A46-9DE0-56F201449731}"/>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23059831-1570-4DEA-8E8D-1EB8FECE783A}"/>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fichier Word uniquement</a:t>
            </a:r>
          </a:p>
        </p:txBody>
      </p:sp>
      <p:sp>
        <p:nvSpPr>
          <p:cNvPr id="10" name="">
            <a:extLst xmlns:a="http://schemas.openxmlformats.org/drawingml/2006/main">
              <a:ext uri="{FF2B5EF4-FFF2-40B4-BE49-F238E27FC236}">
                <a16:creationId xmlns:a16="http://schemas.microsoft.com/office/drawing/2014/main" id="{E2A085DA-B019-4734-B1A9-E23525146CD2}"/>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3E3CB82A-D7DA-4630-ABC5-A6C817B8CC36}"/>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compte utilisateur</a:t>
            </a:r>
          </a:p>
        </p:txBody>
      </p:sp>
    </p:spTree>
    <p:extLst>
      <p:ext uri="{BB962C8B-B14F-4D97-AF65-F5344CB8AC3E}">
        <p14:creationId xmlns:p14="http://schemas.microsoft.com/office/powerpoint/2010/main" val="614518600"/>
      </p:ext>
    </p:extLst>
  </p:cSld>
</p:sld>
</file>

<file path=ppt/slides/slide18.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B33DF4B-5B1C-418E-B694-86E30A526289}"/>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15E73990-3574-43FF-B9CE-AF585E46FD76}"/>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15</a:t>
            </a:r>
          </a:p>
        </p:txBody>
      </p:sp>
      <p:sp>
        <p:nvSpPr>
          <p:cNvPr id="3" name="">
            <a:extLst xmlns:a="http://schemas.openxmlformats.org/drawingml/2006/main">
              <a:ext uri="{FF2B5EF4-FFF2-40B4-BE49-F238E27FC236}">
                <a16:creationId xmlns:a16="http://schemas.microsoft.com/office/drawing/2014/main" id="{0FB2F5BC-57B1-40A8-A5D5-86343D5D56BA}"/>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www.exemple.fr est principalement…</a:t>
            </a:r>
          </a:p>
        </p:txBody>
      </p:sp>
      <p:sp>
        <p:nvSpPr>
          <p:cNvPr id="4" name="">
            <a:extLst xmlns:a="http://schemas.openxmlformats.org/drawingml/2006/main">
              <a:ext uri="{FF2B5EF4-FFF2-40B4-BE49-F238E27FC236}">
                <a16:creationId xmlns:a16="http://schemas.microsoft.com/office/drawing/2014/main" id="{21625BF8-9A7C-45E9-AAB0-129CA717B003}"/>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D315B408-4CA3-41A4-ACED-61C596E33729}"/>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nom d’hôte</a:t>
            </a:r>
          </a:p>
        </p:txBody>
      </p:sp>
      <p:sp>
        <p:nvSpPr>
          <p:cNvPr id="6" name="">
            <a:extLst xmlns:a="http://schemas.openxmlformats.org/drawingml/2006/main">
              <a:ext uri="{FF2B5EF4-FFF2-40B4-BE49-F238E27FC236}">
                <a16:creationId xmlns:a16="http://schemas.microsoft.com/office/drawing/2014/main" id="{7D6CC57B-CE33-4D54-802A-B4CE185C4D41}"/>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1CDDB281-39CF-4FD6-B575-BFA5D5D7984F}"/>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une adresse postale</a:t>
            </a:r>
          </a:p>
        </p:txBody>
      </p:sp>
      <p:sp>
        <p:nvSpPr>
          <p:cNvPr id="8" name="">
            <a:extLst xmlns:a="http://schemas.openxmlformats.org/drawingml/2006/main">
              <a:ext uri="{FF2B5EF4-FFF2-40B4-BE49-F238E27FC236}">
                <a16:creationId xmlns:a16="http://schemas.microsoft.com/office/drawing/2014/main" id="{324A997E-87A4-40E7-837E-EAE246D1F6F9}"/>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F5D3EF35-3FF7-4A60-94BE-077EFA51A077}"/>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système d’exploitation</a:t>
            </a:r>
          </a:p>
        </p:txBody>
      </p:sp>
      <p:sp>
        <p:nvSpPr>
          <p:cNvPr id="10" name="">
            <a:extLst xmlns:a="http://schemas.openxmlformats.org/drawingml/2006/main">
              <a:ext uri="{FF2B5EF4-FFF2-40B4-BE49-F238E27FC236}">
                <a16:creationId xmlns:a16="http://schemas.microsoft.com/office/drawing/2014/main" id="{DF6C4247-D029-4DD7-888B-B9390A8D6EAB}"/>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7C75F5D8-99A9-4047-BF11-04BC3562DE8E}"/>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 langage</a:t>
            </a:r>
          </a:p>
        </p:txBody>
      </p:sp>
    </p:spTree>
    <p:extLst>
      <p:ext uri="{BB962C8B-B14F-4D97-AF65-F5344CB8AC3E}">
        <p14:creationId xmlns:p14="http://schemas.microsoft.com/office/powerpoint/2010/main" val="444990507"/>
      </p:ext>
    </p:extLst>
  </p:cSld>
</p:sld>
</file>

<file path=ppt/slides/slide19.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D9E039E-85C7-4C96-863A-392CE350EB25}"/>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71975C21-2F00-418E-8EC2-ADDAD1A03CA9}"/>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16</a:t>
            </a:r>
          </a:p>
        </p:txBody>
      </p:sp>
      <p:sp>
        <p:nvSpPr>
          <p:cNvPr id="3" name="">
            <a:extLst xmlns:a="http://schemas.openxmlformats.org/drawingml/2006/main">
              <a:ext uri="{FF2B5EF4-FFF2-40B4-BE49-F238E27FC236}">
                <a16:creationId xmlns:a16="http://schemas.microsoft.com/office/drawing/2014/main" id="{F8069BEE-137D-4964-9536-EC078CCF146B}"/>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Une visioconférence peut utiliser Internet sans être une page Web</a:t>
            </a:r>
          </a:p>
        </p:txBody>
      </p:sp>
      <p:sp>
        <p:nvSpPr>
          <p:cNvPr id="4" name="">
            <a:extLst xmlns:a="http://schemas.openxmlformats.org/drawingml/2006/main">
              <a:ext uri="{FF2B5EF4-FFF2-40B4-BE49-F238E27FC236}">
                <a16:creationId xmlns:a16="http://schemas.microsoft.com/office/drawing/2014/main" id="{3A32957B-96CA-494A-AB03-C12C9ED0D1AD}"/>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C52C8938-72DB-4F8D-ABB4-E840516A3171}"/>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vrai</a:t>
            </a:r>
          </a:p>
        </p:txBody>
      </p:sp>
      <p:sp>
        <p:nvSpPr>
          <p:cNvPr id="6" name="">
            <a:extLst xmlns:a="http://schemas.openxmlformats.org/drawingml/2006/main">
              <a:ext uri="{FF2B5EF4-FFF2-40B4-BE49-F238E27FC236}">
                <a16:creationId xmlns:a16="http://schemas.microsoft.com/office/drawing/2014/main" id="{19B129BD-5A76-436C-AB92-5A538E11A994}"/>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8F1C2706-37A5-4FCC-BD66-2CADE719CC55}"/>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faux</a:t>
            </a:r>
          </a:p>
        </p:txBody>
      </p:sp>
      <p:sp>
        <p:nvSpPr>
          <p:cNvPr id="8" name="">
            <a:extLst xmlns:a="http://schemas.openxmlformats.org/drawingml/2006/main">
              <a:ext uri="{FF2B5EF4-FFF2-40B4-BE49-F238E27FC236}">
                <a16:creationId xmlns:a16="http://schemas.microsoft.com/office/drawing/2014/main" id="{E372F13B-5B2A-4B1C-A0BA-3BA4DDAE212D}"/>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6A58DD00-B64A-4753-989A-315DADD96728}"/>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uniquement la nuit</a:t>
            </a:r>
          </a:p>
        </p:txBody>
      </p:sp>
      <p:sp>
        <p:nvSpPr>
          <p:cNvPr id="10" name="">
            <a:extLst xmlns:a="http://schemas.openxmlformats.org/drawingml/2006/main">
              <a:ext uri="{FF2B5EF4-FFF2-40B4-BE49-F238E27FC236}">
                <a16:creationId xmlns:a16="http://schemas.microsoft.com/office/drawing/2014/main" id="{2818BB48-7F4F-4B7A-84A3-0EF70EEF9559}"/>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0D86B11E-3EE9-4347-A7D7-2F677D290F73}"/>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impossible à savoir</a:t>
            </a:r>
          </a:p>
        </p:txBody>
      </p:sp>
    </p:spTree>
    <p:extLst>
      <p:ext uri="{BB962C8B-B14F-4D97-AF65-F5344CB8AC3E}">
        <p14:creationId xmlns:p14="http://schemas.microsoft.com/office/powerpoint/2010/main" val="1943955867"/>
      </p:ext>
    </p:extLst>
  </p:cSld>
</p:sld>
</file>

<file path=ppt/slides/slide20.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B95D26A-B1E8-49ED-9FE8-BE9B65434BDA}"/>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B7F4465E-E90C-41B2-9349-91A29288E0D9}"/>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17</a:t>
            </a:r>
          </a:p>
        </p:txBody>
      </p:sp>
      <p:sp>
        <p:nvSpPr>
          <p:cNvPr id="3" name="">
            <a:extLst xmlns:a="http://schemas.openxmlformats.org/drawingml/2006/main">
              <a:ext uri="{FF2B5EF4-FFF2-40B4-BE49-F238E27FC236}">
                <a16:creationId xmlns:a16="http://schemas.microsoft.com/office/drawing/2014/main" id="{863E1633-F6CD-4361-9E1E-772FE33A7C1D}"/>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Un site Web peut contenir plusieurs pages</a:t>
            </a:r>
          </a:p>
        </p:txBody>
      </p:sp>
      <p:sp>
        <p:nvSpPr>
          <p:cNvPr id="4" name="">
            <a:extLst xmlns:a="http://schemas.openxmlformats.org/drawingml/2006/main">
              <a:ext uri="{FF2B5EF4-FFF2-40B4-BE49-F238E27FC236}">
                <a16:creationId xmlns:a16="http://schemas.microsoft.com/office/drawing/2014/main" id="{998E5D85-EFDA-47A0-B83D-DDCFA9775834}"/>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024C32B4-33C2-487B-B004-FABBAB9E02EE}"/>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vrai</a:t>
            </a:r>
          </a:p>
        </p:txBody>
      </p:sp>
      <p:sp>
        <p:nvSpPr>
          <p:cNvPr id="6" name="">
            <a:extLst xmlns:a="http://schemas.openxmlformats.org/drawingml/2006/main">
              <a:ext uri="{FF2B5EF4-FFF2-40B4-BE49-F238E27FC236}">
                <a16:creationId xmlns:a16="http://schemas.microsoft.com/office/drawing/2014/main" id="{BF31A497-19E5-4B36-95F5-282893B09714}"/>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F3E356D9-3B00-4225-8082-196C13EC172C}"/>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faux</a:t>
            </a:r>
          </a:p>
        </p:txBody>
      </p:sp>
      <p:sp>
        <p:nvSpPr>
          <p:cNvPr id="8" name="">
            <a:extLst xmlns:a="http://schemas.openxmlformats.org/drawingml/2006/main">
              <a:ext uri="{FF2B5EF4-FFF2-40B4-BE49-F238E27FC236}">
                <a16:creationId xmlns:a16="http://schemas.microsoft.com/office/drawing/2014/main" id="{52C241BC-148D-42D9-B894-92C8BC141310}"/>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C7855C55-209E-4935-9E9D-5B019B52E6CB}"/>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seulement sur téléphone</a:t>
            </a:r>
          </a:p>
        </p:txBody>
      </p:sp>
      <p:sp>
        <p:nvSpPr>
          <p:cNvPr id="10" name="">
            <a:extLst xmlns:a="http://schemas.openxmlformats.org/drawingml/2006/main">
              <a:ext uri="{FF2B5EF4-FFF2-40B4-BE49-F238E27FC236}">
                <a16:creationId xmlns:a16="http://schemas.microsoft.com/office/drawing/2014/main" id="{9B73E50E-9B0B-4CBD-ABC0-741BA7B1B8CD}"/>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0BA29488-E452-4B22-9D0E-5EB4B0E90506}"/>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seulement avec Linux</a:t>
            </a:r>
          </a:p>
        </p:txBody>
      </p:sp>
    </p:spTree>
    <p:extLst>
      <p:ext uri="{BB962C8B-B14F-4D97-AF65-F5344CB8AC3E}">
        <p14:creationId xmlns:p14="http://schemas.microsoft.com/office/powerpoint/2010/main" val="242345934"/>
      </p:ext>
    </p:extLst>
  </p:cSld>
</p:sld>
</file>

<file path=ppt/slides/slide21.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91E4D93-A35F-4337-9678-E593F8055E61}"/>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EA3A3BDB-3B9E-411B-8361-AF331FABD4B7}"/>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18</a:t>
            </a:r>
          </a:p>
        </p:txBody>
      </p:sp>
      <p:sp>
        <p:nvSpPr>
          <p:cNvPr id="3" name="">
            <a:extLst xmlns:a="http://schemas.openxmlformats.org/drawingml/2006/main">
              <a:ext uri="{FF2B5EF4-FFF2-40B4-BE49-F238E27FC236}">
                <a16:creationId xmlns:a16="http://schemas.microsoft.com/office/drawing/2014/main" id="{006A6702-123F-4D0F-B7CB-DC69B4ED2469}"/>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Le navigateur et le moteur de recherche ont le même rôle</a:t>
            </a:r>
          </a:p>
        </p:txBody>
      </p:sp>
      <p:sp>
        <p:nvSpPr>
          <p:cNvPr id="4" name="">
            <a:extLst xmlns:a="http://schemas.openxmlformats.org/drawingml/2006/main">
              <a:ext uri="{FF2B5EF4-FFF2-40B4-BE49-F238E27FC236}">
                <a16:creationId xmlns:a16="http://schemas.microsoft.com/office/drawing/2014/main" id="{BA7872B1-9130-4DCA-BE40-6307C01E31B4}"/>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E9B6A0FD-DC25-44A1-A694-06425EB4F74A}"/>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vrai</a:t>
            </a:r>
          </a:p>
        </p:txBody>
      </p:sp>
      <p:sp>
        <p:nvSpPr>
          <p:cNvPr id="6" name="">
            <a:extLst xmlns:a="http://schemas.openxmlformats.org/drawingml/2006/main">
              <a:ext uri="{FF2B5EF4-FFF2-40B4-BE49-F238E27FC236}">
                <a16:creationId xmlns:a16="http://schemas.microsoft.com/office/drawing/2014/main" id="{1193D871-2844-4701-858D-3C37A092A3D4}"/>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3C6AC3C5-936F-4695-BBB1-6AC0B91BB519}"/>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faux</a:t>
            </a:r>
          </a:p>
        </p:txBody>
      </p:sp>
      <p:sp>
        <p:nvSpPr>
          <p:cNvPr id="8" name="">
            <a:extLst xmlns:a="http://schemas.openxmlformats.org/drawingml/2006/main">
              <a:ext uri="{FF2B5EF4-FFF2-40B4-BE49-F238E27FC236}">
                <a16:creationId xmlns:a16="http://schemas.microsoft.com/office/drawing/2014/main" id="{B1A66A54-68C5-450E-9500-CE7FCB37E571}"/>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B4DD111A-8607-414D-AFB2-1BF9F31735CF}"/>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toujours</a:t>
            </a:r>
          </a:p>
        </p:txBody>
      </p:sp>
      <p:sp>
        <p:nvSpPr>
          <p:cNvPr id="10" name="">
            <a:extLst xmlns:a="http://schemas.openxmlformats.org/drawingml/2006/main">
              <a:ext uri="{FF2B5EF4-FFF2-40B4-BE49-F238E27FC236}">
                <a16:creationId xmlns:a16="http://schemas.microsoft.com/office/drawing/2014/main" id="{1FA00F30-4D72-46C2-B9F0-F1663B6F8F6E}"/>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1E923F27-2D26-4FF6-891F-4FBA17090BF3}"/>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seulement avec Google</a:t>
            </a:r>
          </a:p>
        </p:txBody>
      </p:sp>
    </p:spTree>
    <p:extLst>
      <p:ext uri="{BB962C8B-B14F-4D97-AF65-F5344CB8AC3E}">
        <p14:creationId xmlns:p14="http://schemas.microsoft.com/office/powerpoint/2010/main" val="1820978977"/>
      </p:ext>
    </p:extLst>
  </p:cSld>
</p:sld>
</file>

<file path=ppt/slides/slide22.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4ADD00-7B80-4DE6-AAC5-8AE7DD7E36B6}"/>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7AF56F65-972D-462E-8C0F-FE9EF32DC2B9}"/>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19</a:t>
            </a:r>
          </a:p>
        </p:txBody>
      </p:sp>
      <p:sp>
        <p:nvSpPr>
          <p:cNvPr id="3" name="">
            <a:extLst xmlns:a="http://schemas.openxmlformats.org/drawingml/2006/main">
              <a:ext uri="{FF2B5EF4-FFF2-40B4-BE49-F238E27FC236}">
                <a16:creationId xmlns:a16="http://schemas.microsoft.com/office/drawing/2014/main" id="{8B5417BB-52CE-4523-A436-59005A365688}"/>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Une page Web peut être demandée à un serveur distant</a:t>
            </a:r>
          </a:p>
        </p:txBody>
      </p:sp>
      <p:sp>
        <p:nvSpPr>
          <p:cNvPr id="4" name="">
            <a:extLst xmlns:a="http://schemas.openxmlformats.org/drawingml/2006/main">
              <a:ext uri="{FF2B5EF4-FFF2-40B4-BE49-F238E27FC236}">
                <a16:creationId xmlns:a16="http://schemas.microsoft.com/office/drawing/2014/main" id="{59E8B09B-206E-451F-8DAF-A30A6FDBC5A8}"/>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25C54672-D889-440F-9B1A-30976A54A610}"/>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vrai</a:t>
            </a:r>
          </a:p>
        </p:txBody>
      </p:sp>
      <p:sp>
        <p:nvSpPr>
          <p:cNvPr id="6" name="">
            <a:extLst xmlns:a="http://schemas.openxmlformats.org/drawingml/2006/main">
              <a:ext uri="{FF2B5EF4-FFF2-40B4-BE49-F238E27FC236}">
                <a16:creationId xmlns:a16="http://schemas.microsoft.com/office/drawing/2014/main" id="{86EF32AD-7201-4D88-A466-996718DE256A}"/>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5B9C7F66-373F-4211-A222-E6F451838E8E}"/>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faux</a:t>
            </a:r>
          </a:p>
        </p:txBody>
      </p:sp>
      <p:sp>
        <p:nvSpPr>
          <p:cNvPr id="8" name="">
            <a:extLst xmlns:a="http://schemas.openxmlformats.org/drawingml/2006/main">
              <a:ext uri="{FF2B5EF4-FFF2-40B4-BE49-F238E27FC236}">
                <a16:creationId xmlns:a16="http://schemas.microsoft.com/office/drawing/2014/main" id="{367D6A91-017B-4888-B06A-771B3BFA2762}"/>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E3AFC545-0E49-4153-AF0A-D2BF3B586F8D}"/>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seulement au lycée</a:t>
            </a:r>
          </a:p>
        </p:txBody>
      </p:sp>
      <p:sp>
        <p:nvSpPr>
          <p:cNvPr id="10" name="">
            <a:extLst xmlns:a="http://schemas.openxmlformats.org/drawingml/2006/main">
              <a:ext uri="{FF2B5EF4-FFF2-40B4-BE49-F238E27FC236}">
                <a16:creationId xmlns:a16="http://schemas.microsoft.com/office/drawing/2014/main" id="{6D61945B-FF41-498D-96C6-A9381B930546}"/>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63897F5F-1F95-4BA8-97D4-A5837BDF6A3E}"/>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seulement en Wi-Fi</a:t>
            </a:r>
          </a:p>
        </p:txBody>
      </p:sp>
    </p:spTree>
    <p:extLst>
      <p:ext uri="{BB962C8B-B14F-4D97-AF65-F5344CB8AC3E}">
        <p14:creationId xmlns:p14="http://schemas.microsoft.com/office/powerpoint/2010/main" val="67864525"/>
      </p:ext>
    </p:extLst>
  </p:cSld>
</p:sld>
</file>

<file path=ppt/slides/slide23.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711A4AD-26A2-425B-8D93-91463BFD5481}"/>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QUIZ DIAGNOSTIC</a:t>
            </a:r>
          </a:p>
        </p:txBody>
      </p:sp>
      <p:sp>
        <p:nvSpPr>
          <p:cNvPr id="2" name="">
            <a:extLst xmlns:a="http://schemas.openxmlformats.org/drawingml/2006/main">
              <a:ext uri="{FF2B5EF4-FFF2-40B4-BE49-F238E27FC236}">
                <a16:creationId xmlns:a16="http://schemas.microsoft.com/office/drawing/2014/main" id="{F6446AAE-A7BA-4870-BC44-A8B34C60BCB7}"/>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20</a:t>
            </a:r>
          </a:p>
        </p:txBody>
      </p:sp>
      <p:sp>
        <p:nvSpPr>
          <p:cNvPr id="3" name="">
            <a:extLst xmlns:a="http://schemas.openxmlformats.org/drawingml/2006/main">
              <a:ext uri="{FF2B5EF4-FFF2-40B4-BE49-F238E27FC236}">
                <a16:creationId xmlns:a16="http://schemas.microsoft.com/office/drawing/2014/main" id="{04671972-0758-4F4B-BEB1-FB3E08ACEE93}"/>
              </a:ext>
            </a:extLst>
          </p:cNvPr>
          <p:cNvSpPr>
            <a:spLocks xmlns:a="http://schemas.openxmlformats.org/drawingml/2006/main" noGrp="1"/>
          </p:cNvSpPr>
          <p:nvPr/>
        </p:nvSpPr>
        <p:spPr>
          <a:xfrm xmlns:a="http://schemas.openxmlformats.org/drawingml/2006/main">
            <a:off x="685800" y="100012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14283A"/>
                </a:solidFill>
                <a:latin typeface="DejaVu Sans"/>
                <a:ea typeface="DejaVu Sans"/>
                <a:cs typeface="DejaVu Sans"/>
              </a:defRPr>
            </a:pPr>
            <a:r>
              <a:rPr sz="2925" b="1">
                <a:solidFill>
                  <a:srgbClr val="14283A"/>
                </a:solidFill>
                <a:latin typeface="DejaVu Sans"/>
                <a:ea typeface="DejaVu Sans"/>
                <a:cs typeface="DejaVu Sans"/>
              </a:rPr>
              <a:t>Avant aujourd’hui, comment évalues-tu ton niveau général ?</a:t>
            </a:r>
          </a:p>
        </p:txBody>
      </p:sp>
      <p:sp>
        <p:nvSpPr>
          <p:cNvPr id="4" name="">
            <a:extLst xmlns:a="http://schemas.openxmlformats.org/drawingml/2006/main">
              <a:ext uri="{FF2B5EF4-FFF2-40B4-BE49-F238E27FC236}">
                <a16:creationId xmlns:a16="http://schemas.microsoft.com/office/drawing/2014/main" id="{D856ED56-9AEF-469A-8AE0-47C33DECDDCF}"/>
              </a:ext>
            </a:extLst>
          </p:cNvPr>
          <p:cNvSpPr>
            <a:spLocks xmlns:a="http://schemas.openxmlformats.org/drawingml/2006/main" noGrp="1"/>
          </p:cNvSpPr>
          <p:nvPr/>
        </p:nvSpPr>
        <p:spPr>
          <a:xfrm xmlns:a="http://schemas.openxmlformats.org/drawingml/2006/main">
            <a:off x="876300" y="26670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A.</a:t>
            </a:r>
          </a:p>
        </p:txBody>
      </p:sp>
      <p:sp>
        <p:nvSpPr>
          <p:cNvPr id="5" name="">
            <a:extLst xmlns:a="http://schemas.openxmlformats.org/drawingml/2006/main">
              <a:ext uri="{FF2B5EF4-FFF2-40B4-BE49-F238E27FC236}">
                <a16:creationId xmlns:a16="http://schemas.microsoft.com/office/drawing/2014/main" id="{FA230BCD-08B1-4CDB-88C1-45AAB4436037}"/>
              </a:ext>
            </a:extLst>
          </p:cNvPr>
          <p:cNvSpPr>
            <a:spLocks xmlns:a="http://schemas.openxmlformats.org/drawingml/2006/main" noGrp="1"/>
          </p:cNvSpPr>
          <p:nvPr/>
        </p:nvSpPr>
        <p:spPr>
          <a:xfrm xmlns:a="http://schemas.openxmlformats.org/drawingml/2006/main">
            <a:off x="1571625" y="25908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je découvre presque tout</a:t>
            </a:r>
          </a:p>
        </p:txBody>
      </p:sp>
      <p:sp>
        <p:nvSpPr>
          <p:cNvPr id="6" name="">
            <a:extLst xmlns:a="http://schemas.openxmlformats.org/drawingml/2006/main">
              <a:ext uri="{FF2B5EF4-FFF2-40B4-BE49-F238E27FC236}">
                <a16:creationId xmlns:a16="http://schemas.microsoft.com/office/drawing/2014/main" id="{349EFCA1-3E6D-4E87-8CCB-EC85BE1F8294}"/>
              </a:ext>
            </a:extLst>
          </p:cNvPr>
          <p:cNvSpPr>
            <a:spLocks xmlns:a="http://schemas.openxmlformats.org/drawingml/2006/main" noGrp="1"/>
          </p:cNvSpPr>
          <p:nvPr/>
        </p:nvSpPr>
        <p:spPr>
          <a:xfrm xmlns:a="http://schemas.openxmlformats.org/drawingml/2006/main">
            <a:off x="876300" y="34480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F793E712-3FEE-42BC-B5DB-B2D09166377B}"/>
              </a:ext>
            </a:extLst>
          </p:cNvPr>
          <p:cNvSpPr>
            <a:spLocks xmlns:a="http://schemas.openxmlformats.org/drawingml/2006/main" noGrp="1"/>
          </p:cNvSpPr>
          <p:nvPr/>
        </p:nvSpPr>
        <p:spPr>
          <a:xfrm xmlns:a="http://schemas.openxmlformats.org/drawingml/2006/main">
            <a:off x="1571625" y="33718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j’ai quelques repères</a:t>
            </a:r>
          </a:p>
        </p:txBody>
      </p:sp>
      <p:sp>
        <p:nvSpPr>
          <p:cNvPr id="8" name="">
            <a:extLst xmlns:a="http://schemas.openxmlformats.org/drawingml/2006/main">
              <a:ext uri="{FF2B5EF4-FFF2-40B4-BE49-F238E27FC236}">
                <a16:creationId xmlns:a16="http://schemas.microsoft.com/office/drawing/2014/main" id="{E94451DC-44E4-4C8E-896A-30D124E04B0D}"/>
              </a:ext>
            </a:extLst>
          </p:cNvPr>
          <p:cNvSpPr>
            <a:spLocks xmlns:a="http://schemas.openxmlformats.org/drawingml/2006/main" noGrp="1"/>
          </p:cNvSpPr>
          <p:nvPr/>
        </p:nvSpPr>
        <p:spPr>
          <a:xfrm xmlns:a="http://schemas.openxmlformats.org/drawingml/2006/main">
            <a:off x="876300" y="422910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73B43"/>
                </a:solidFill>
                <a:latin typeface="DejaVu Sans"/>
                <a:ea typeface="DejaVu Sans"/>
                <a:cs typeface="DejaVu Sans"/>
              </a:defRPr>
            </a:pPr>
            <a:r>
              <a:rPr sz="1875" b="1">
                <a:solidFill>
                  <a:srgbClr val="073B43"/>
                </a:solidFill>
                <a:latin typeface="DejaVu Sans"/>
                <a:ea typeface="DejaVu Sans"/>
                <a:cs typeface="DejaVu Sans"/>
              </a:rPr>
              <a:t>C.</a:t>
            </a:r>
          </a:p>
        </p:txBody>
      </p:sp>
      <p:sp>
        <p:nvSpPr>
          <p:cNvPr id="9" name="">
            <a:extLst xmlns:a="http://schemas.openxmlformats.org/drawingml/2006/main">
              <a:ext uri="{FF2B5EF4-FFF2-40B4-BE49-F238E27FC236}">
                <a16:creationId xmlns:a16="http://schemas.microsoft.com/office/drawing/2014/main" id="{746EF83C-4F38-4217-94A0-2AB079E09ADB}"/>
              </a:ext>
            </a:extLst>
          </p:cNvPr>
          <p:cNvSpPr>
            <a:spLocks xmlns:a="http://schemas.openxmlformats.org/drawingml/2006/main" noGrp="1"/>
          </p:cNvSpPr>
          <p:nvPr/>
        </p:nvSpPr>
        <p:spPr>
          <a:xfrm xmlns:a="http://schemas.openxmlformats.org/drawingml/2006/main">
            <a:off x="1571625" y="4152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je suis déjà assez à l’aise</a:t>
            </a:r>
          </a:p>
        </p:txBody>
      </p:sp>
      <p:sp>
        <p:nvSpPr>
          <p:cNvPr id="10" name="">
            <a:extLst xmlns:a="http://schemas.openxmlformats.org/drawingml/2006/main">
              <a:ext uri="{FF2B5EF4-FFF2-40B4-BE49-F238E27FC236}">
                <a16:creationId xmlns:a16="http://schemas.microsoft.com/office/drawing/2014/main" id="{A57B5139-C55B-4320-9BFE-C6E5C43CB917}"/>
              </a:ext>
            </a:extLst>
          </p:cNvPr>
          <p:cNvSpPr>
            <a:spLocks xmlns:a="http://schemas.openxmlformats.org/drawingml/2006/main" noGrp="1"/>
          </p:cNvSpPr>
          <p:nvPr/>
        </p:nvSpPr>
        <p:spPr>
          <a:xfrm xmlns:a="http://schemas.openxmlformats.org/drawingml/2006/main">
            <a:off x="876300" y="5010150"/>
            <a:ext cx="52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4B2142"/>
                </a:solidFill>
                <a:latin typeface="DejaVu Sans"/>
                <a:ea typeface="DejaVu Sans"/>
                <a:cs typeface="DejaVu Sans"/>
              </a:defRPr>
            </a:pPr>
            <a:r>
              <a:rPr sz="1875" b="1">
                <a:solidFill>
                  <a:srgbClr val="4B2142"/>
                </a:solidFill>
                <a:latin typeface="DejaVu Sans"/>
                <a:ea typeface="DejaVu Sans"/>
                <a:cs typeface="DejaVu Sans"/>
              </a:rPr>
              <a:t>D.</a:t>
            </a:r>
          </a:p>
        </p:txBody>
      </p:sp>
      <p:sp>
        <p:nvSpPr>
          <p:cNvPr id="11" name="">
            <a:extLst xmlns:a="http://schemas.openxmlformats.org/drawingml/2006/main">
              <a:ext uri="{FF2B5EF4-FFF2-40B4-BE49-F238E27FC236}">
                <a16:creationId xmlns:a16="http://schemas.microsoft.com/office/drawing/2014/main" id="{C5E047BF-8914-4F35-BB25-01C348A9F29A}"/>
              </a:ext>
            </a:extLst>
          </p:cNvPr>
          <p:cNvSpPr>
            <a:spLocks xmlns:a="http://schemas.openxmlformats.org/drawingml/2006/main" noGrp="1"/>
          </p:cNvSpPr>
          <p:nvPr/>
        </p:nvSpPr>
        <p:spPr>
          <a:xfrm xmlns:a="http://schemas.openxmlformats.org/drawingml/2006/main">
            <a:off x="1571625" y="49339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je pratique déjà régulièrement</a:t>
            </a:r>
          </a:p>
        </p:txBody>
      </p:sp>
    </p:spTree>
    <p:extLst>
      <p:ext uri="{BB962C8B-B14F-4D97-AF65-F5344CB8AC3E}">
        <p14:creationId xmlns:p14="http://schemas.microsoft.com/office/powerpoint/2010/main" val="1103586898"/>
      </p:ext>
    </p:extLst>
  </p:cSld>
</p:sld>
</file>

<file path=ppt/slides/slide24.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CDD25E5-A927-4C69-8AC3-91226631C042}"/>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REPÈRES ENSEIGNANT</a:t>
            </a:r>
          </a:p>
        </p:txBody>
      </p:sp>
      <p:sp>
        <p:nvSpPr>
          <p:cNvPr id="2" name="">
            <a:extLst xmlns:a="http://schemas.openxmlformats.org/drawingml/2006/main">
              <a:ext uri="{FF2B5EF4-FFF2-40B4-BE49-F238E27FC236}">
                <a16:creationId xmlns:a16="http://schemas.microsoft.com/office/drawing/2014/main" id="{A5BB44AC-4806-4578-A081-6E644FC66326}"/>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Clé de lecture du diagnostic</a:t>
            </a:r>
          </a:p>
        </p:txBody>
      </p:sp>
      <p:sp>
        <p:nvSpPr>
          <p:cNvPr id="3" name="">
            <a:extLst xmlns:a="http://schemas.openxmlformats.org/drawingml/2006/main">
              <a:ext uri="{FF2B5EF4-FFF2-40B4-BE49-F238E27FC236}">
                <a16:creationId xmlns:a16="http://schemas.microsoft.com/office/drawing/2014/main" id="{A06A14BF-73A4-4446-B1E7-38A50499C059}"/>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Réponses 1 à 19 : B, A, C, B, A, A, A, A, A, B, A, B, A, A, A, A, A, B, A.</a:t>
            </a:r>
          </a:p>
          <a:p xmlns:a="http://schemas.openxmlformats.org/drawingml/2006/main">
            <a:r>
              <a:t/>
            </a:r>
          </a:p>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La question 20 constitue un auto-positionnement. Ne pas afficher de classement individuel.</a:t>
            </a:r>
          </a:p>
        </p:txBody>
      </p:sp>
    </p:spTree>
    <p:extLst>
      <p:ext uri="{BB962C8B-B14F-4D97-AF65-F5344CB8AC3E}">
        <p14:creationId xmlns:p14="http://schemas.microsoft.com/office/powerpoint/2010/main" val="1712574790"/>
      </p:ext>
    </p:extLst>
  </p:cSld>
</p:sld>
</file>

<file path=ppt/slides/slide25.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EDBB574-6AE0-4114-B881-F16AF7D3A466}"/>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DIAGNOSTIC</a:t>
            </a:r>
          </a:p>
        </p:txBody>
      </p:sp>
      <p:sp>
        <p:nvSpPr>
          <p:cNvPr id="2" name="">
            <a:extLst xmlns:a="http://schemas.openxmlformats.org/drawingml/2006/main">
              <a:ext uri="{FF2B5EF4-FFF2-40B4-BE49-F238E27FC236}">
                <a16:creationId xmlns:a16="http://schemas.microsoft.com/office/drawing/2014/main" id="{D085C83E-95CD-463E-A6F5-906745D27588}"/>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4283A"/>
                </a:solidFill>
                <a:latin typeface="DejaVu Sans"/>
                <a:ea typeface="DejaVu Sans"/>
                <a:cs typeface="DejaVu Sans"/>
              </a:defRPr>
            </a:pPr>
            <a:r>
              <a:rPr sz="3225" b="1">
                <a:solidFill>
                  <a:srgbClr val="14283A"/>
                </a:solidFill>
                <a:latin typeface="DejaVu Sans"/>
                <a:ea typeface="DejaVu Sans"/>
                <a:cs typeface="DejaVu Sans"/>
              </a:rPr>
              <a:t>Trois confusions à repérer</a:t>
            </a:r>
          </a:p>
        </p:txBody>
      </p:sp>
      <p:sp>
        <p:nvSpPr>
          <p:cNvPr id="3" name="">
            <a:extLst xmlns:a="http://schemas.openxmlformats.org/drawingml/2006/main">
              <a:ext uri="{FF2B5EF4-FFF2-40B4-BE49-F238E27FC236}">
                <a16:creationId xmlns:a16="http://schemas.microsoft.com/office/drawing/2014/main" id="{65225F3C-C621-43B2-95E5-2B954F22293C}"/>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Chrome et Google : logiciel ou service ?</a:t>
            </a:r>
          </a:p>
          <a:p xmlns:a="http://schemas.openxmlformats.org/drawingml/2006/main">
            <a:r>
              <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Wi-Fi et Internet : connexion locale ou réseau de réseaux ?</a:t>
            </a:r>
          </a:p>
          <a:p xmlns:a="http://schemas.openxmlformats.org/drawingml/2006/main">
            <a:r>
              <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Internet et Web : infrastructure ou service ?</a:t>
            </a:r>
          </a:p>
        </p:txBody>
      </p:sp>
    </p:spTree>
    <p:extLst>
      <p:ext uri="{BB962C8B-B14F-4D97-AF65-F5344CB8AC3E}">
        <p14:creationId xmlns:p14="http://schemas.microsoft.com/office/powerpoint/2010/main" val="1969475492"/>
      </p:ext>
    </p:extLst>
  </p:cSld>
</p:sld>
</file>

<file path=ppt/slides/slide26.xml><?xml version="1.0" encoding="utf-8"?>
<p:sld xmlns:p="http://schemas.openxmlformats.org/presentationml/2006/main">
  <p:cSld>
    <p:bg>
      <p:bgPr>
        <a:solidFill xmlns:a="http://schemas.openxmlformats.org/drawingml/2006/main">
          <a:srgbClr val="1428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2CCB9DA-5A9B-4CEF-82F9-B0C76F87AB37}"/>
              </a:ext>
            </a:extLst>
          </p:cNvPr>
          <p:cNvSpPr>
            <a:spLocks xmlns:a="http://schemas.openxmlformats.org/drawingml/2006/main" noGrp="1"/>
          </p:cNvSpPr>
          <p:nvPr/>
        </p:nvSpPr>
        <p:spPr>
          <a:xfrm xmlns:a="http://schemas.openxmlformats.org/drawingml/2006/main">
            <a:off x="742950" y="5905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spc="3">
                <a:solidFill>
                  <a:srgbClr val="E0B44C"/>
                </a:solidFill>
                <a:latin typeface="DejaVu Sans"/>
                <a:ea typeface="DejaVu Sans"/>
                <a:cs typeface="DejaVu Sans"/>
              </a:defRPr>
            </a:pPr>
            <a:r>
              <a:rPr sz="1350" b="1" spc="3">
                <a:solidFill>
                  <a:srgbClr val="E0B44C"/>
                </a:solidFill>
                <a:latin typeface="DejaVu Sans"/>
                <a:ea typeface="DejaVu Sans"/>
                <a:cs typeface="DejaVu Sans"/>
              </a:rPr>
              <a:t>ACTIVITÉ</a:t>
            </a:r>
          </a:p>
        </p:txBody>
      </p:sp>
      <p:sp>
        <p:nvSpPr>
          <p:cNvPr id="2" name="">
            <a:extLst xmlns:a="http://schemas.openxmlformats.org/drawingml/2006/main">
              <a:ext uri="{FF2B5EF4-FFF2-40B4-BE49-F238E27FC236}">
                <a16:creationId xmlns:a16="http://schemas.microsoft.com/office/drawing/2014/main" id="{EA78023A-5048-43D6-9C86-DDC35C3E3B5D}"/>
              </a:ext>
            </a:extLst>
          </p:cNvPr>
          <p:cNvSpPr>
            <a:spLocks xmlns:a="http://schemas.openxmlformats.org/drawingml/2006/main" noGrp="1"/>
          </p:cNvSpPr>
          <p:nvPr/>
        </p:nvSpPr>
        <p:spPr>
          <a:xfrm xmlns:a="http://schemas.openxmlformats.org/drawingml/2006/main">
            <a:off x="723900" y="1714500"/>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050" b="1">
                <a:solidFill>
                  <a:srgbClr val="FFF7E8"/>
                </a:solidFill>
                <a:latin typeface="DejaVu Sans"/>
                <a:ea typeface="DejaVu Sans"/>
                <a:cs typeface="DejaVu Sans"/>
              </a:defRPr>
            </a:pPr>
            <a:r>
              <a:rPr sz="4050" b="1">
                <a:solidFill>
                  <a:srgbClr val="FFF7E8"/>
                </a:solidFill>
                <a:latin typeface="DejaVu Sans"/>
                <a:ea typeface="DejaVu Sans"/>
                <a:cs typeface="DejaVu Sans"/>
              </a:rPr>
              <a:t>Internet, Web ou les deux ?</a:t>
            </a:r>
          </a:p>
        </p:txBody>
      </p:sp>
      <p:sp>
        <p:nvSpPr>
          <p:cNvPr id="3" name="">
            <a:extLst xmlns:a="http://schemas.openxmlformats.org/drawingml/2006/main">
              <a:ext uri="{FF2B5EF4-FFF2-40B4-BE49-F238E27FC236}">
                <a16:creationId xmlns:a16="http://schemas.microsoft.com/office/drawing/2014/main" id="{C59D4828-6B26-4244-82D1-732FAF6C556D}"/>
              </a:ext>
            </a:extLst>
          </p:cNvPr>
          <p:cNvSpPr>
            <a:spLocks xmlns:a="http://schemas.openxmlformats.org/drawingml/2006/main" noGrp="1"/>
          </p:cNvSpPr>
          <p:nvPr/>
        </p:nvSpPr>
        <p:spPr>
          <a:xfrm xmlns:a="http://schemas.openxmlformats.org/drawingml/2006/main">
            <a:off x="762000" y="323850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a:solidFill>
                  <a:srgbClr val="E8D7B8"/>
                </a:solidFill>
                <a:latin typeface="DejaVu Sans"/>
                <a:ea typeface="DejaVu Sans"/>
                <a:cs typeface="DejaVu Sans"/>
              </a:defRPr>
            </a:pPr>
            <a:r>
              <a:rPr sz="2025">
                <a:solidFill>
                  <a:srgbClr val="E8D7B8"/>
                </a:solidFill>
                <a:latin typeface="DejaVu Sans"/>
                <a:ea typeface="DejaVu Sans"/>
                <a:cs typeface="DejaVu Sans"/>
              </a:rPr>
              <a:t>Une activité debout pour décider avant d’argumenter</a:t>
            </a:r>
          </a:p>
        </p:txBody>
      </p:sp>
    </p:spTree>
    <p:extLst>
      <p:ext uri="{BB962C8B-B14F-4D97-AF65-F5344CB8AC3E}">
        <p14:creationId xmlns:p14="http://schemas.microsoft.com/office/powerpoint/2010/main" val="204785214"/>
      </p:ext>
    </p:extLst>
  </p:cSld>
</p:sld>
</file>

<file path=ppt/slides/slide27.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A645DBD-CA6D-48FA-84CD-FB5BC44BBA1B}"/>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E0B44C"/>
                </a:solidFill>
                <a:latin typeface="DejaVu Sans"/>
                <a:ea typeface="DejaVu Sans"/>
                <a:cs typeface="DejaVu Sans"/>
              </a:defRPr>
            </a:pPr>
            <a:r>
              <a:rPr sz="1275" b="1" spc="2">
                <a:solidFill>
                  <a:srgbClr val="E0B44C"/>
                </a:solidFill>
                <a:latin typeface="DejaVu Sans"/>
                <a:ea typeface="DejaVu Sans"/>
                <a:cs typeface="DejaVu Sans"/>
              </a:rPr>
              <a:t>NOUVELLE RÈGLE</a:t>
            </a:r>
          </a:p>
        </p:txBody>
      </p:sp>
      <p:sp>
        <p:nvSpPr>
          <p:cNvPr id="2" name="">
            <a:extLst xmlns:a="http://schemas.openxmlformats.org/drawingml/2006/main">
              <a:ext uri="{FF2B5EF4-FFF2-40B4-BE49-F238E27FC236}">
                <a16:creationId xmlns:a16="http://schemas.microsoft.com/office/drawing/2014/main" id="{EF175D2D-E98E-4D2A-9FBA-2392913258BF}"/>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4283A"/>
                </a:solidFill>
                <a:latin typeface="DejaVu Sans"/>
                <a:ea typeface="DejaVu Sans"/>
                <a:cs typeface="DejaVu Sans"/>
              </a:defRPr>
            </a:pPr>
            <a:r>
              <a:rPr sz="3225" b="1">
                <a:solidFill>
                  <a:srgbClr val="14283A"/>
                </a:solidFill>
                <a:latin typeface="DejaVu Sans"/>
                <a:ea typeface="DejaVu Sans"/>
                <a:cs typeface="DejaVu Sans"/>
              </a:rPr>
              <a:t>Les trois zones de la salle</a:t>
            </a:r>
          </a:p>
        </p:txBody>
      </p:sp>
      <p:sp>
        <p:nvSpPr>
          <p:cNvPr id="3" name="">
            <a:extLst xmlns:a="http://schemas.openxmlformats.org/drawingml/2006/main">
              <a:ext uri="{FF2B5EF4-FFF2-40B4-BE49-F238E27FC236}">
                <a16:creationId xmlns:a16="http://schemas.microsoft.com/office/drawing/2014/main" id="{4DE84E0D-E35A-4888-BDD8-B83877FEECBA}"/>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Zone gauche : INTERNET</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Zone centrale : LES DEUX INTERVIENNENT</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Zone droite : WEB</a:t>
            </a:r>
          </a:p>
          <a:p xmlns:a="http://schemas.openxmlformats.org/drawingml/2006/main">
            <a:r>
              <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À chaque situation, chacun choisit une zone. Deux étudiants défendent ensuite des réponses différentes. Le groupe peut changer de zone après les arguments.</a:t>
            </a:r>
          </a:p>
        </p:txBody>
      </p:sp>
    </p:spTree>
    <p:extLst>
      <p:ext uri="{BB962C8B-B14F-4D97-AF65-F5344CB8AC3E}">
        <p14:creationId xmlns:p14="http://schemas.microsoft.com/office/powerpoint/2010/main" val="1885297425"/>
      </p:ext>
    </p:extLst>
  </p:cSld>
</p:sld>
</file>

<file path=ppt/slides/slide28.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84FC26-9946-4C97-9FCE-33D9C57D73E1}"/>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INTERNET, WEB OU LES DEUX ?</a:t>
            </a:r>
          </a:p>
        </p:txBody>
      </p:sp>
      <p:sp>
        <p:nvSpPr>
          <p:cNvPr id="2" name="">
            <a:extLst xmlns:a="http://schemas.openxmlformats.org/drawingml/2006/main">
              <a:ext uri="{FF2B5EF4-FFF2-40B4-BE49-F238E27FC236}">
                <a16:creationId xmlns:a16="http://schemas.microsoft.com/office/drawing/2014/main" id="{0C7E7713-8E15-458D-8D4B-AF1E36C9DA2B}"/>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37DEAB5D-B5EC-474E-BC47-763E597E8835}"/>
              </a:ext>
            </a:extLst>
          </p:cNvPr>
          <p:cNvSpPr>
            <a:spLocks xmlns:a="http://schemas.openxmlformats.org/drawingml/2006/main" noGrp="1"/>
          </p:cNvSpPr>
          <p:nvPr/>
        </p:nvSpPr>
        <p:spPr>
          <a:xfrm xmlns:a="http://schemas.openxmlformats.org/drawingml/2006/main">
            <a:off x="857250" y="1762125"/>
            <a:ext cx="1028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FFF7E8"/>
                </a:solidFill>
                <a:latin typeface="DejaVu Sans"/>
                <a:ea typeface="DejaVu Sans"/>
                <a:cs typeface="DejaVu Sans"/>
              </a:defRPr>
            </a:pPr>
            <a:r>
              <a:rPr sz="3600" b="1">
                <a:solidFill>
                  <a:srgbClr val="FFF7E8"/>
                </a:solidFill>
                <a:latin typeface="DejaVu Sans"/>
                <a:ea typeface="DejaVu Sans"/>
                <a:cs typeface="DejaVu Sans"/>
              </a:rPr>
              <a:t>Tu consultes une page Wikipédia avec Firefox.</a:t>
            </a:r>
          </a:p>
        </p:txBody>
      </p:sp>
      <p:sp>
        <p:nvSpPr>
          <p:cNvPr id="4" name="">
            <a:extLst xmlns:a="http://schemas.openxmlformats.org/drawingml/2006/main">
              <a:ext uri="{FF2B5EF4-FFF2-40B4-BE49-F238E27FC236}">
                <a16:creationId xmlns:a16="http://schemas.microsoft.com/office/drawing/2014/main" id="{1815AA73-62AA-4319-AE1F-9619C6867FBE}"/>
              </a:ext>
            </a:extLst>
          </p:cNvPr>
          <p:cNvSpPr>
            <a:spLocks xmlns:a="http://schemas.openxmlformats.org/drawingml/2006/main" noGrp="1"/>
          </p:cNvSpPr>
          <p:nvPr/>
        </p:nvSpPr>
        <p:spPr>
          <a:xfrm xmlns:a="http://schemas.openxmlformats.org/drawingml/2006/main">
            <a:off x="1143000" y="476250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E8D7B8"/>
                </a:solidFill>
                <a:latin typeface="DejaVu Sans"/>
                <a:ea typeface="DejaVu Sans"/>
                <a:cs typeface="DejaVu Sans"/>
              </a:defRPr>
            </a:pPr>
            <a:r>
              <a:rPr sz="1800">
                <a:solidFill>
                  <a:srgbClr val="E8D7B8"/>
                </a:solidFill>
                <a:latin typeface="DejaVu Sans"/>
                <a:ea typeface="DejaVu Sans"/>
                <a:cs typeface="DejaVu Sans"/>
              </a:rPr>
              <a:t>Choisissez une zone, puis préparez une justification.</a:t>
            </a:r>
          </a:p>
        </p:txBody>
      </p:sp>
    </p:spTree>
    <p:extLst>
      <p:ext uri="{BB962C8B-B14F-4D97-AF65-F5344CB8AC3E}">
        <p14:creationId xmlns:p14="http://schemas.microsoft.com/office/powerpoint/2010/main" val="1211463272"/>
      </p:ext>
    </p:extLst>
  </p:cSld>
</p:sld>
</file>

<file path=ppt/slides/slide29.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3FE74F-E331-41AC-A054-1903334C1CB5}"/>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CORRECTION</a:t>
            </a:r>
          </a:p>
        </p:txBody>
      </p:sp>
      <p:sp>
        <p:nvSpPr>
          <p:cNvPr id="2" name="">
            <a:extLst xmlns:a="http://schemas.openxmlformats.org/drawingml/2006/main">
              <a:ext uri="{FF2B5EF4-FFF2-40B4-BE49-F238E27FC236}">
                <a16:creationId xmlns:a16="http://schemas.microsoft.com/office/drawing/2014/main" id="{AB8FF89A-3919-4050-AD11-621DAE131F8A}"/>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48D6C5"/>
                </a:solidFill>
                <a:latin typeface="DejaVu Sans"/>
                <a:ea typeface="DejaVu Sans"/>
                <a:cs typeface="DejaVu Sans"/>
              </a:defRPr>
            </a:pPr>
            <a:r>
              <a:rPr sz="1500" b="1">
                <a:solidFill>
                  <a:srgbClr val="48D6C5"/>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C124B186-2352-4C4F-8682-5C29AAD4892D}"/>
              </a:ext>
            </a:extLst>
          </p:cNvPr>
          <p:cNvSpPr>
            <a:spLocks xmlns:a="http://schemas.openxmlformats.org/drawingml/2006/main" noGrp="1"/>
          </p:cNvSpPr>
          <p:nvPr/>
        </p:nvSpPr>
        <p:spPr>
          <a:xfrm xmlns:a="http://schemas.openxmlformats.org/drawingml/2006/main">
            <a:off x="762000" y="1381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48D6C5"/>
                </a:solidFill>
                <a:latin typeface="DejaVu Sans"/>
                <a:ea typeface="DejaVu Sans"/>
                <a:cs typeface="DejaVu Sans"/>
              </a:defRPr>
            </a:pPr>
            <a:r>
              <a:rPr sz="3600" b="1">
                <a:solidFill>
                  <a:srgbClr val="48D6C5"/>
                </a:solidFill>
                <a:latin typeface="DejaVu Sans"/>
                <a:ea typeface="DejaVu Sans"/>
                <a:cs typeface="DejaVu Sans"/>
              </a:rPr>
              <a:t>LES DEUX INTERVIENNENT</a:t>
            </a:r>
          </a:p>
        </p:txBody>
      </p:sp>
      <p:sp>
        <p:nvSpPr>
          <p:cNvPr id="4" name="">
            <a:extLst xmlns:a="http://schemas.openxmlformats.org/drawingml/2006/main">
              <a:ext uri="{FF2B5EF4-FFF2-40B4-BE49-F238E27FC236}">
                <a16:creationId xmlns:a16="http://schemas.microsoft.com/office/drawing/2014/main" id="{A5CA8867-076A-4BE8-96AB-A8C132ABCDE3}"/>
              </a:ext>
            </a:extLst>
          </p:cNvPr>
          <p:cNvSpPr>
            <a:spLocks xmlns:a="http://schemas.openxmlformats.org/drawingml/2006/main" noGrp="1"/>
          </p:cNvSpPr>
          <p:nvPr/>
        </p:nvSpPr>
        <p:spPr>
          <a:xfrm xmlns:a="http://schemas.openxmlformats.org/drawingml/2006/main">
            <a:off x="1285875" y="2714625"/>
            <a:ext cx="9620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a:solidFill>
                  <a:srgbClr val="FFFFFF"/>
                </a:solidFill>
                <a:latin typeface="DejaVu Sans"/>
                <a:ea typeface="DejaVu Sans"/>
                <a:cs typeface="DejaVu Sans"/>
              </a:defRPr>
            </a:pPr>
            <a:r>
              <a:rPr sz="2475">
                <a:solidFill>
                  <a:srgbClr val="FFFFFF"/>
                </a:solidFill>
                <a:latin typeface="DejaVu Sans"/>
                <a:ea typeface="DejaVu Sans"/>
                <a:cs typeface="DejaVu Sans"/>
              </a:rPr>
              <a:t>La page appartient au Web. Internet transporte les échanges entre le navigateur et les serveurs.</a:t>
            </a:r>
          </a:p>
        </p:txBody>
      </p:sp>
    </p:spTree>
    <p:extLst>
      <p:ext uri="{BB962C8B-B14F-4D97-AF65-F5344CB8AC3E}">
        <p14:creationId xmlns:p14="http://schemas.microsoft.com/office/powerpoint/2010/main" val="1634489265"/>
      </p:ext>
    </p:extLst>
  </p:cSld>
</p:sld>
</file>

<file path=ppt/slides/slide30.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0C1A47-4CD5-4BB4-B79A-BDE48D98C685}"/>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INTERNET, WEB OU LES DEUX ?</a:t>
            </a:r>
          </a:p>
        </p:txBody>
      </p:sp>
      <p:sp>
        <p:nvSpPr>
          <p:cNvPr id="2" name="">
            <a:extLst xmlns:a="http://schemas.openxmlformats.org/drawingml/2006/main">
              <a:ext uri="{FF2B5EF4-FFF2-40B4-BE49-F238E27FC236}">
                <a16:creationId xmlns:a16="http://schemas.microsoft.com/office/drawing/2014/main" id="{92E156FE-567D-4A85-AF44-08C4E5FE0F41}"/>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04A9BBBE-F036-41A2-8305-478F812B4AE1}"/>
              </a:ext>
            </a:extLst>
          </p:cNvPr>
          <p:cNvSpPr>
            <a:spLocks xmlns:a="http://schemas.openxmlformats.org/drawingml/2006/main" noGrp="1"/>
          </p:cNvSpPr>
          <p:nvPr/>
        </p:nvSpPr>
        <p:spPr>
          <a:xfrm xmlns:a="http://schemas.openxmlformats.org/drawingml/2006/main">
            <a:off x="857250" y="1762125"/>
            <a:ext cx="1028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FFF7E8"/>
                </a:solidFill>
                <a:latin typeface="DejaVu Sans"/>
                <a:ea typeface="DejaVu Sans"/>
                <a:cs typeface="DejaVu Sans"/>
              </a:defRPr>
            </a:pPr>
            <a:r>
              <a:rPr sz="3600" b="1">
                <a:solidFill>
                  <a:srgbClr val="FFF7E8"/>
                </a:solidFill>
                <a:latin typeface="DejaVu Sans"/>
                <a:ea typeface="DejaVu Sans"/>
                <a:cs typeface="DejaVu Sans"/>
              </a:rPr>
              <a:t>Tu envoies un courriel depuis une application de messagerie.</a:t>
            </a:r>
          </a:p>
        </p:txBody>
      </p:sp>
      <p:sp>
        <p:nvSpPr>
          <p:cNvPr id="4" name="">
            <a:extLst xmlns:a="http://schemas.openxmlformats.org/drawingml/2006/main">
              <a:ext uri="{FF2B5EF4-FFF2-40B4-BE49-F238E27FC236}">
                <a16:creationId xmlns:a16="http://schemas.microsoft.com/office/drawing/2014/main" id="{A1651826-8BC7-45CF-90C2-219A7B8117FC}"/>
              </a:ext>
            </a:extLst>
          </p:cNvPr>
          <p:cNvSpPr>
            <a:spLocks xmlns:a="http://schemas.openxmlformats.org/drawingml/2006/main" noGrp="1"/>
          </p:cNvSpPr>
          <p:nvPr/>
        </p:nvSpPr>
        <p:spPr>
          <a:xfrm xmlns:a="http://schemas.openxmlformats.org/drawingml/2006/main">
            <a:off x="1143000" y="476250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E8D7B8"/>
                </a:solidFill>
                <a:latin typeface="DejaVu Sans"/>
                <a:ea typeface="DejaVu Sans"/>
                <a:cs typeface="DejaVu Sans"/>
              </a:defRPr>
            </a:pPr>
            <a:r>
              <a:rPr sz="1800">
                <a:solidFill>
                  <a:srgbClr val="E8D7B8"/>
                </a:solidFill>
                <a:latin typeface="DejaVu Sans"/>
                <a:ea typeface="DejaVu Sans"/>
                <a:cs typeface="DejaVu Sans"/>
              </a:rPr>
              <a:t>Choisissez une zone, puis préparez une justification.</a:t>
            </a:r>
          </a:p>
        </p:txBody>
      </p:sp>
    </p:spTree>
    <p:extLst>
      <p:ext uri="{BB962C8B-B14F-4D97-AF65-F5344CB8AC3E}">
        <p14:creationId xmlns:p14="http://schemas.microsoft.com/office/powerpoint/2010/main" val="707950342"/>
      </p:ext>
    </p:extLst>
  </p:cSld>
</p:sld>
</file>

<file path=ppt/slides/slide31.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D75B6A-1890-4F3B-880D-7B0FE8F1484C}"/>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CORRECTION</a:t>
            </a:r>
          </a:p>
        </p:txBody>
      </p:sp>
      <p:sp>
        <p:nvSpPr>
          <p:cNvPr id="2" name="">
            <a:extLst xmlns:a="http://schemas.openxmlformats.org/drawingml/2006/main">
              <a:ext uri="{FF2B5EF4-FFF2-40B4-BE49-F238E27FC236}">
                <a16:creationId xmlns:a16="http://schemas.microsoft.com/office/drawing/2014/main" id="{3A3D59A0-9435-45C9-90DA-665855EAC640}"/>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48D6C5"/>
                </a:solidFill>
                <a:latin typeface="DejaVu Sans"/>
                <a:ea typeface="DejaVu Sans"/>
                <a:cs typeface="DejaVu Sans"/>
              </a:defRPr>
            </a:pPr>
            <a:r>
              <a:rPr sz="1500" b="1">
                <a:solidFill>
                  <a:srgbClr val="48D6C5"/>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7A613981-591C-4A8C-A2BE-A4332C0B6D2F}"/>
              </a:ext>
            </a:extLst>
          </p:cNvPr>
          <p:cNvSpPr>
            <a:spLocks xmlns:a="http://schemas.openxmlformats.org/drawingml/2006/main" noGrp="1"/>
          </p:cNvSpPr>
          <p:nvPr/>
        </p:nvSpPr>
        <p:spPr>
          <a:xfrm xmlns:a="http://schemas.openxmlformats.org/drawingml/2006/main">
            <a:off x="762000" y="1381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48D6C5"/>
                </a:solidFill>
                <a:latin typeface="DejaVu Sans"/>
                <a:ea typeface="DejaVu Sans"/>
                <a:cs typeface="DejaVu Sans"/>
              </a:defRPr>
            </a:pPr>
            <a:r>
              <a:rPr sz="3600" b="1">
                <a:solidFill>
                  <a:srgbClr val="48D6C5"/>
                </a:solidFill>
                <a:latin typeface="DejaVu Sans"/>
                <a:ea typeface="DejaVu Sans"/>
                <a:cs typeface="DejaVu Sans"/>
              </a:rPr>
              <a:t>INTERNET</a:t>
            </a:r>
          </a:p>
        </p:txBody>
      </p:sp>
      <p:sp>
        <p:nvSpPr>
          <p:cNvPr id="4" name="">
            <a:extLst xmlns:a="http://schemas.openxmlformats.org/drawingml/2006/main">
              <a:ext uri="{FF2B5EF4-FFF2-40B4-BE49-F238E27FC236}">
                <a16:creationId xmlns:a16="http://schemas.microsoft.com/office/drawing/2014/main" id="{018B5CAF-0B76-422B-87DF-32FEE841E41B}"/>
              </a:ext>
            </a:extLst>
          </p:cNvPr>
          <p:cNvSpPr>
            <a:spLocks xmlns:a="http://schemas.openxmlformats.org/drawingml/2006/main" noGrp="1"/>
          </p:cNvSpPr>
          <p:nvPr/>
        </p:nvSpPr>
        <p:spPr>
          <a:xfrm xmlns:a="http://schemas.openxmlformats.org/drawingml/2006/main">
            <a:off x="1285875" y="2714625"/>
            <a:ext cx="9620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a:solidFill>
                  <a:srgbClr val="FFFFFF"/>
                </a:solidFill>
                <a:latin typeface="DejaVu Sans"/>
                <a:ea typeface="DejaVu Sans"/>
                <a:cs typeface="DejaVu Sans"/>
              </a:defRPr>
            </a:pPr>
            <a:r>
              <a:rPr sz="2475">
                <a:solidFill>
                  <a:srgbClr val="FFFFFF"/>
                </a:solidFill>
                <a:latin typeface="DejaVu Sans"/>
                <a:ea typeface="DejaVu Sans"/>
                <a:cs typeface="DejaVu Sans"/>
              </a:rPr>
              <a:t>Le courrier électronique utilise Internet. L’application n’a pas besoin d’afficher une page Web.</a:t>
            </a:r>
          </a:p>
        </p:txBody>
      </p:sp>
    </p:spTree>
    <p:extLst>
      <p:ext uri="{BB962C8B-B14F-4D97-AF65-F5344CB8AC3E}">
        <p14:creationId xmlns:p14="http://schemas.microsoft.com/office/powerpoint/2010/main" val="1524354850"/>
      </p:ext>
    </p:extLst>
  </p:cSld>
</p:sld>
</file>

<file path=ppt/slides/slide32.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D17D9B-C4D6-413E-8D97-336EC316F8DF}"/>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INTERNET, WEB OU LES DEUX ?</a:t>
            </a:r>
          </a:p>
        </p:txBody>
      </p:sp>
      <p:sp>
        <p:nvSpPr>
          <p:cNvPr id="2" name="">
            <a:extLst xmlns:a="http://schemas.openxmlformats.org/drawingml/2006/main">
              <a:ext uri="{FF2B5EF4-FFF2-40B4-BE49-F238E27FC236}">
                <a16:creationId xmlns:a16="http://schemas.microsoft.com/office/drawing/2014/main" id="{E5230166-FB1D-4C2E-B551-67AE39D1FD28}"/>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0DF8F3EB-0BF0-493B-9C10-B951E0BA9641}"/>
              </a:ext>
            </a:extLst>
          </p:cNvPr>
          <p:cNvSpPr>
            <a:spLocks xmlns:a="http://schemas.openxmlformats.org/drawingml/2006/main" noGrp="1"/>
          </p:cNvSpPr>
          <p:nvPr/>
        </p:nvSpPr>
        <p:spPr>
          <a:xfrm xmlns:a="http://schemas.openxmlformats.org/drawingml/2006/main">
            <a:off x="857250" y="1762125"/>
            <a:ext cx="1028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FFF7E8"/>
                </a:solidFill>
                <a:latin typeface="DejaVu Sans"/>
                <a:ea typeface="DejaVu Sans"/>
                <a:cs typeface="DejaVu Sans"/>
              </a:defRPr>
            </a:pPr>
            <a:r>
              <a:rPr sz="3600" b="1">
                <a:solidFill>
                  <a:srgbClr val="FFF7E8"/>
                </a:solidFill>
                <a:latin typeface="DejaVu Sans"/>
                <a:ea typeface="DejaVu Sans"/>
                <a:cs typeface="DejaVu Sans"/>
              </a:rPr>
              <a:t>Tu ouvres le site d’un journal.</a:t>
            </a:r>
          </a:p>
        </p:txBody>
      </p:sp>
      <p:sp>
        <p:nvSpPr>
          <p:cNvPr id="4" name="">
            <a:extLst xmlns:a="http://schemas.openxmlformats.org/drawingml/2006/main">
              <a:ext uri="{FF2B5EF4-FFF2-40B4-BE49-F238E27FC236}">
                <a16:creationId xmlns:a16="http://schemas.microsoft.com/office/drawing/2014/main" id="{C7843B6C-7F62-4E72-ACC5-031BD7A6DA99}"/>
              </a:ext>
            </a:extLst>
          </p:cNvPr>
          <p:cNvSpPr>
            <a:spLocks xmlns:a="http://schemas.openxmlformats.org/drawingml/2006/main" noGrp="1"/>
          </p:cNvSpPr>
          <p:nvPr/>
        </p:nvSpPr>
        <p:spPr>
          <a:xfrm xmlns:a="http://schemas.openxmlformats.org/drawingml/2006/main">
            <a:off x="1143000" y="476250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E8D7B8"/>
                </a:solidFill>
                <a:latin typeface="DejaVu Sans"/>
                <a:ea typeface="DejaVu Sans"/>
                <a:cs typeface="DejaVu Sans"/>
              </a:defRPr>
            </a:pPr>
            <a:r>
              <a:rPr sz="1800">
                <a:solidFill>
                  <a:srgbClr val="E8D7B8"/>
                </a:solidFill>
                <a:latin typeface="DejaVu Sans"/>
                <a:ea typeface="DejaVu Sans"/>
                <a:cs typeface="DejaVu Sans"/>
              </a:rPr>
              <a:t>Choisissez une zone, puis préparez une justification.</a:t>
            </a:r>
          </a:p>
        </p:txBody>
      </p:sp>
    </p:spTree>
    <p:extLst>
      <p:ext uri="{BB962C8B-B14F-4D97-AF65-F5344CB8AC3E}">
        <p14:creationId xmlns:p14="http://schemas.microsoft.com/office/powerpoint/2010/main" val="2030567442"/>
      </p:ext>
    </p:extLst>
  </p:cSld>
</p:sld>
</file>

<file path=ppt/slides/slide33.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CAA768-5ACB-4486-BD6B-E12C62F5B068}"/>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CORRECTION</a:t>
            </a:r>
          </a:p>
        </p:txBody>
      </p:sp>
      <p:sp>
        <p:nvSpPr>
          <p:cNvPr id="2" name="">
            <a:extLst xmlns:a="http://schemas.openxmlformats.org/drawingml/2006/main">
              <a:ext uri="{FF2B5EF4-FFF2-40B4-BE49-F238E27FC236}">
                <a16:creationId xmlns:a16="http://schemas.microsoft.com/office/drawing/2014/main" id="{81BB268E-ABFE-45CA-8209-364ED6ECE597}"/>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48D6C5"/>
                </a:solidFill>
                <a:latin typeface="DejaVu Sans"/>
                <a:ea typeface="DejaVu Sans"/>
                <a:cs typeface="DejaVu Sans"/>
              </a:defRPr>
            </a:pPr>
            <a:r>
              <a:rPr sz="1500" b="1">
                <a:solidFill>
                  <a:srgbClr val="48D6C5"/>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18C41817-F907-4F6B-B352-BE502729A84D}"/>
              </a:ext>
            </a:extLst>
          </p:cNvPr>
          <p:cNvSpPr>
            <a:spLocks xmlns:a="http://schemas.openxmlformats.org/drawingml/2006/main" noGrp="1"/>
          </p:cNvSpPr>
          <p:nvPr/>
        </p:nvSpPr>
        <p:spPr>
          <a:xfrm xmlns:a="http://schemas.openxmlformats.org/drawingml/2006/main">
            <a:off x="762000" y="1381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48D6C5"/>
                </a:solidFill>
                <a:latin typeface="DejaVu Sans"/>
                <a:ea typeface="DejaVu Sans"/>
                <a:cs typeface="DejaVu Sans"/>
              </a:defRPr>
            </a:pPr>
            <a:r>
              <a:rPr sz="3600" b="1">
                <a:solidFill>
                  <a:srgbClr val="48D6C5"/>
                </a:solidFill>
                <a:latin typeface="DejaVu Sans"/>
                <a:ea typeface="DejaVu Sans"/>
                <a:cs typeface="DejaVu Sans"/>
              </a:rPr>
              <a:t>LES DEUX INTERVIENNENT</a:t>
            </a:r>
          </a:p>
        </p:txBody>
      </p:sp>
      <p:sp>
        <p:nvSpPr>
          <p:cNvPr id="4" name="">
            <a:extLst xmlns:a="http://schemas.openxmlformats.org/drawingml/2006/main">
              <a:ext uri="{FF2B5EF4-FFF2-40B4-BE49-F238E27FC236}">
                <a16:creationId xmlns:a16="http://schemas.microsoft.com/office/drawing/2014/main" id="{2D2FC2EB-A010-4436-8CEC-C815352111D5}"/>
              </a:ext>
            </a:extLst>
          </p:cNvPr>
          <p:cNvSpPr>
            <a:spLocks xmlns:a="http://schemas.openxmlformats.org/drawingml/2006/main" noGrp="1"/>
          </p:cNvSpPr>
          <p:nvPr/>
        </p:nvSpPr>
        <p:spPr>
          <a:xfrm xmlns:a="http://schemas.openxmlformats.org/drawingml/2006/main">
            <a:off x="1285875" y="2714625"/>
            <a:ext cx="9620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a:solidFill>
                  <a:srgbClr val="FFFFFF"/>
                </a:solidFill>
                <a:latin typeface="DejaVu Sans"/>
                <a:ea typeface="DejaVu Sans"/>
                <a:cs typeface="DejaVu Sans"/>
              </a:defRPr>
            </a:pPr>
            <a:r>
              <a:rPr sz="2475">
                <a:solidFill>
                  <a:srgbClr val="FFFFFF"/>
                </a:solidFill>
                <a:latin typeface="DejaVu Sans"/>
                <a:ea typeface="DejaVu Sans"/>
                <a:cs typeface="DejaVu Sans"/>
              </a:rPr>
              <a:t>Le site relève du Web et ses données circulent grâce à Internet.</a:t>
            </a:r>
          </a:p>
        </p:txBody>
      </p:sp>
    </p:spTree>
    <p:extLst>
      <p:ext uri="{BB962C8B-B14F-4D97-AF65-F5344CB8AC3E}">
        <p14:creationId xmlns:p14="http://schemas.microsoft.com/office/powerpoint/2010/main" val="519594362"/>
      </p:ext>
    </p:extLst>
  </p:cSld>
</p:sld>
</file>

<file path=ppt/slides/slide34.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D94D4D-954F-4EE5-BFAF-6DAD692667A4}"/>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INTERNET, WEB OU LES DEUX ?</a:t>
            </a:r>
          </a:p>
        </p:txBody>
      </p:sp>
      <p:sp>
        <p:nvSpPr>
          <p:cNvPr id="2" name="">
            <a:extLst xmlns:a="http://schemas.openxmlformats.org/drawingml/2006/main">
              <a:ext uri="{FF2B5EF4-FFF2-40B4-BE49-F238E27FC236}">
                <a16:creationId xmlns:a16="http://schemas.microsoft.com/office/drawing/2014/main" id="{D80F5728-E81A-44FE-ACF4-1F3226D44217}"/>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81E37419-82D1-4196-8CFC-C92648A90AAB}"/>
              </a:ext>
            </a:extLst>
          </p:cNvPr>
          <p:cNvSpPr>
            <a:spLocks xmlns:a="http://schemas.openxmlformats.org/drawingml/2006/main" noGrp="1"/>
          </p:cNvSpPr>
          <p:nvPr/>
        </p:nvSpPr>
        <p:spPr>
          <a:xfrm xmlns:a="http://schemas.openxmlformats.org/drawingml/2006/main">
            <a:off x="857250" y="1762125"/>
            <a:ext cx="1028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FFF7E8"/>
                </a:solidFill>
                <a:latin typeface="DejaVu Sans"/>
                <a:ea typeface="DejaVu Sans"/>
                <a:cs typeface="DejaVu Sans"/>
              </a:defRPr>
            </a:pPr>
            <a:r>
              <a:rPr sz="3600" b="1">
                <a:solidFill>
                  <a:srgbClr val="FFF7E8"/>
                </a:solidFill>
                <a:latin typeface="DejaVu Sans"/>
                <a:ea typeface="DejaVu Sans"/>
                <a:cs typeface="DejaVu Sans"/>
              </a:rPr>
              <a:t>Deux réseaux distants échangent des paquets.</a:t>
            </a:r>
          </a:p>
        </p:txBody>
      </p:sp>
      <p:sp>
        <p:nvSpPr>
          <p:cNvPr id="4" name="">
            <a:extLst xmlns:a="http://schemas.openxmlformats.org/drawingml/2006/main">
              <a:ext uri="{FF2B5EF4-FFF2-40B4-BE49-F238E27FC236}">
                <a16:creationId xmlns:a16="http://schemas.microsoft.com/office/drawing/2014/main" id="{4D90ACD6-6E5C-4094-A418-9DC7F82D4D77}"/>
              </a:ext>
            </a:extLst>
          </p:cNvPr>
          <p:cNvSpPr>
            <a:spLocks xmlns:a="http://schemas.openxmlformats.org/drawingml/2006/main" noGrp="1"/>
          </p:cNvSpPr>
          <p:nvPr/>
        </p:nvSpPr>
        <p:spPr>
          <a:xfrm xmlns:a="http://schemas.openxmlformats.org/drawingml/2006/main">
            <a:off x="1143000" y="476250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E8D7B8"/>
                </a:solidFill>
                <a:latin typeface="DejaVu Sans"/>
                <a:ea typeface="DejaVu Sans"/>
                <a:cs typeface="DejaVu Sans"/>
              </a:defRPr>
            </a:pPr>
            <a:r>
              <a:rPr sz="1800">
                <a:solidFill>
                  <a:srgbClr val="E8D7B8"/>
                </a:solidFill>
                <a:latin typeface="DejaVu Sans"/>
                <a:ea typeface="DejaVu Sans"/>
                <a:cs typeface="DejaVu Sans"/>
              </a:rPr>
              <a:t>Choisissez une zone, puis préparez une justification.</a:t>
            </a:r>
          </a:p>
        </p:txBody>
      </p:sp>
    </p:spTree>
    <p:extLst>
      <p:ext uri="{BB962C8B-B14F-4D97-AF65-F5344CB8AC3E}">
        <p14:creationId xmlns:p14="http://schemas.microsoft.com/office/powerpoint/2010/main" val="261883088"/>
      </p:ext>
    </p:extLst>
  </p:cSld>
</p:sld>
</file>

<file path=ppt/slides/slide35.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A3E988-884A-4876-82CA-8004DD931FE3}"/>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CORRECTION</a:t>
            </a:r>
          </a:p>
        </p:txBody>
      </p:sp>
      <p:sp>
        <p:nvSpPr>
          <p:cNvPr id="2" name="">
            <a:extLst xmlns:a="http://schemas.openxmlformats.org/drawingml/2006/main">
              <a:ext uri="{FF2B5EF4-FFF2-40B4-BE49-F238E27FC236}">
                <a16:creationId xmlns:a16="http://schemas.microsoft.com/office/drawing/2014/main" id="{E8C8338E-829B-4560-8D3A-68A54039B8D0}"/>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48D6C5"/>
                </a:solidFill>
                <a:latin typeface="DejaVu Sans"/>
                <a:ea typeface="DejaVu Sans"/>
                <a:cs typeface="DejaVu Sans"/>
              </a:defRPr>
            </a:pPr>
            <a:r>
              <a:rPr sz="1500" b="1">
                <a:solidFill>
                  <a:srgbClr val="48D6C5"/>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278EED0C-65F8-4DA6-8A4E-274CD5B68A3A}"/>
              </a:ext>
            </a:extLst>
          </p:cNvPr>
          <p:cNvSpPr>
            <a:spLocks xmlns:a="http://schemas.openxmlformats.org/drawingml/2006/main" noGrp="1"/>
          </p:cNvSpPr>
          <p:nvPr/>
        </p:nvSpPr>
        <p:spPr>
          <a:xfrm xmlns:a="http://schemas.openxmlformats.org/drawingml/2006/main">
            <a:off x="762000" y="1381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48D6C5"/>
                </a:solidFill>
                <a:latin typeface="DejaVu Sans"/>
                <a:ea typeface="DejaVu Sans"/>
                <a:cs typeface="DejaVu Sans"/>
              </a:defRPr>
            </a:pPr>
            <a:r>
              <a:rPr sz="3600" b="1">
                <a:solidFill>
                  <a:srgbClr val="48D6C5"/>
                </a:solidFill>
                <a:latin typeface="DejaVu Sans"/>
                <a:ea typeface="DejaVu Sans"/>
                <a:cs typeface="DejaVu Sans"/>
              </a:rPr>
              <a:t>INTERNET</a:t>
            </a:r>
          </a:p>
        </p:txBody>
      </p:sp>
      <p:sp>
        <p:nvSpPr>
          <p:cNvPr id="4" name="">
            <a:extLst xmlns:a="http://schemas.openxmlformats.org/drawingml/2006/main">
              <a:ext uri="{FF2B5EF4-FFF2-40B4-BE49-F238E27FC236}">
                <a16:creationId xmlns:a16="http://schemas.microsoft.com/office/drawing/2014/main" id="{DE212625-549F-4300-AC26-7376895CAB41}"/>
              </a:ext>
            </a:extLst>
          </p:cNvPr>
          <p:cNvSpPr>
            <a:spLocks xmlns:a="http://schemas.openxmlformats.org/drawingml/2006/main" noGrp="1"/>
          </p:cNvSpPr>
          <p:nvPr/>
        </p:nvSpPr>
        <p:spPr>
          <a:xfrm xmlns:a="http://schemas.openxmlformats.org/drawingml/2006/main">
            <a:off x="1285875" y="2714625"/>
            <a:ext cx="9620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a:solidFill>
                  <a:srgbClr val="FFFFFF"/>
                </a:solidFill>
                <a:latin typeface="DejaVu Sans"/>
                <a:ea typeface="DejaVu Sans"/>
                <a:cs typeface="DejaVu Sans"/>
              </a:defRPr>
            </a:pPr>
            <a:r>
              <a:rPr sz="2475">
                <a:solidFill>
                  <a:srgbClr val="FFFFFF"/>
                </a:solidFill>
                <a:latin typeface="DejaVu Sans"/>
                <a:ea typeface="DejaVu Sans"/>
                <a:cs typeface="DejaVu Sans"/>
              </a:rPr>
              <a:t>La situation décrit l’interconnexion et le transport réseau, sans ressource Web particulière.</a:t>
            </a:r>
          </a:p>
        </p:txBody>
      </p:sp>
    </p:spTree>
    <p:extLst>
      <p:ext uri="{BB962C8B-B14F-4D97-AF65-F5344CB8AC3E}">
        <p14:creationId xmlns:p14="http://schemas.microsoft.com/office/powerpoint/2010/main" val="1207542444"/>
      </p:ext>
    </p:extLst>
  </p:cSld>
</p:sld>
</file>

<file path=ppt/slides/slide36.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BF3735-55D3-4C46-8458-DB5A1C1D2F7A}"/>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INTERNET, WEB OU LES DEUX ?</a:t>
            </a:r>
          </a:p>
        </p:txBody>
      </p:sp>
      <p:sp>
        <p:nvSpPr>
          <p:cNvPr id="2" name="">
            <a:extLst xmlns:a="http://schemas.openxmlformats.org/drawingml/2006/main">
              <a:ext uri="{FF2B5EF4-FFF2-40B4-BE49-F238E27FC236}">
                <a16:creationId xmlns:a16="http://schemas.microsoft.com/office/drawing/2014/main" id="{AF7073BB-5F60-4142-A7EC-7B4FAFC9DB79}"/>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05</a:t>
            </a:r>
          </a:p>
        </p:txBody>
      </p:sp>
      <p:sp>
        <p:nvSpPr>
          <p:cNvPr id="3" name="">
            <a:extLst xmlns:a="http://schemas.openxmlformats.org/drawingml/2006/main">
              <a:ext uri="{FF2B5EF4-FFF2-40B4-BE49-F238E27FC236}">
                <a16:creationId xmlns:a16="http://schemas.microsoft.com/office/drawing/2014/main" id="{A4E731C1-60E8-4F7E-AB7C-AFB0A74A4752}"/>
              </a:ext>
            </a:extLst>
          </p:cNvPr>
          <p:cNvSpPr>
            <a:spLocks xmlns:a="http://schemas.openxmlformats.org/drawingml/2006/main" noGrp="1"/>
          </p:cNvSpPr>
          <p:nvPr/>
        </p:nvSpPr>
        <p:spPr>
          <a:xfrm xmlns:a="http://schemas.openxmlformats.org/drawingml/2006/main">
            <a:off x="857250" y="1762125"/>
            <a:ext cx="1028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FFF7E8"/>
                </a:solidFill>
                <a:latin typeface="DejaVu Sans"/>
                <a:ea typeface="DejaVu Sans"/>
                <a:cs typeface="DejaVu Sans"/>
              </a:defRPr>
            </a:pPr>
            <a:r>
              <a:rPr sz="3600" b="1">
                <a:solidFill>
                  <a:srgbClr val="FFF7E8"/>
                </a:solidFill>
                <a:latin typeface="DejaVu Sans"/>
                <a:ea typeface="DejaVu Sans"/>
                <a:cs typeface="DejaVu Sans"/>
              </a:rPr>
              <a:t>Tu participes à une visioconférence.</a:t>
            </a:r>
          </a:p>
        </p:txBody>
      </p:sp>
      <p:sp>
        <p:nvSpPr>
          <p:cNvPr id="4" name="">
            <a:extLst xmlns:a="http://schemas.openxmlformats.org/drawingml/2006/main">
              <a:ext uri="{FF2B5EF4-FFF2-40B4-BE49-F238E27FC236}">
                <a16:creationId xmlns:a16="http://schemas.microsoft.com/office/drawing/2014/main" id="{FDD8DFA9-A35C-4CC0-8FBE-C7C4947207AE}"/>
              </a:ext>
            </a:extLst>
          </p:cNvPr>
          <p:cNvSpPr>
            <a:spLocks xmlns:a="http://schemas.openxmlformats.org/drawingml/2006/main" noGrp="1"/>
          </p:cNvSpPr>
          <p:nvPr/>
        </p:nvSpPr>
        <p:spPr>
          <a:xfrm xmlns:a="http://schemas.openxmlformats.org/drawingml/2006/main">
            <a:off x="1143000" y="476250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E8D7B8"/>
                </a:solidFill>
                <a:latin typeface="DejaVu Sans"/>
                <a:ea typeface="DejaVu Sans"/>
                <a:cs typeface="DejaVu Sans"/>
              </a:defRPr>
            </a:pPr>
            <a:r>
              <a:rPr sz="1800">
                <a:solidFill>
                  <a:srgbClr val="E8D7B8"/>
                </a:solidFill>
                <a:latin typeface="DejaVu Sans"/>
                <a:ea typeface="DejaVu Sans"/>
                <a:cs typeface="DejaVu Sans"/>
              </a:rPr>
              <a:t>Choisissez une zone, puis préparez une justification.</a:t>
            </a:r>
          </a:p>
        </p:txBody>
      </p:sp>
    </p:spTree>
    <p:extLst>
      <p:ext uri="{BB962C8B-B14F-4D97-AF65-F5344CB8AC3E}">
        <p14:creationId xmlns:p14="http://schemas.microsoft.com/office/powerpoint/2010/main" val="1846130763"/>
      </p:ext>
    </p:extLst>
  </p:cSld>
</p:sld>
</file>

<file path=ppt/slides/slide37.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5D3D531-F732-407F-8236-F9D909273EA7}"/>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CORRECTION</a:t>
            </a:r>
          </a:p>
        </p:txBody>
      </p:sp>
      <p:sp>
        <p:nvSpPr>
          <p:cNvPr id="2" name="">
            <a:extLst xmlns:a="http://schemas.openxmlformats.org/drawingml/2006/main">
              <a:ext uri="{FF2B5EF4-FFF2-40B4-BE49-F238E27FC236}">
                <a16:creationId xmlns:a16="http://schemas.microsoft.com/office/drawing/2014/main" id="{7253B4C0-A5B9-4D56-843A-40692816493B}"/>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48D6C5"/>
                </a:solidFill>
                <a:latin typeface="DejaVu Sans"/>
                <a:ea typeface="DejaVu Sans"/>
                <a:cs typeface="DejaVu Sans"/>
              </a:defRPr>
            </a:pPr>
            <a:r>
              <a:rPr sz="1500" b="1">
                <a:solidFill>
                  <a:srgbClr val="48D6C5"/>
                </a:solidFill>
                <a:latin typeface="DejaVu Sans"/>
                <a:ea typeface="DejaVu Sans"/>
                <a:cs typeface="DejaVu Sans"/>
              </a:rPr>
              <a:t>05</a:t>
            </a:r>
          </a:p>
        </p:txBody>
      </p:sp>
      <p:sp>
        <p:nvSpPr>
          <p:cNvPr id="3" name="">
            <a:extLst xmlns:a="http://schemas.openxmlformats.org/drawingml/2006/main">
              <a:ext uri="{FF2B5EF4-FFF2-40B4-BE49-F238E27FC236}">
                <a16:creationId xmlns:a16="http://schemas.microsoft.com/office/drawing/2014/main" id="{10E9FB61-5A1F-4389-86F3-331F90CFCFCE}"/>
              </a:ext>
            </a:extLst>
          </p:cNvPr>
          <p:cNvSpPr>
            <a:spLocks xmlns:a="http://schemas.openxmlformats.org/drawingml/2006/main" noGrp="1"/>
          </p:cNvSpPr>
          <p:nvPr/>
        </p:nvSpPr>
        <p:spPr>
          <a:xfrm xmlns:a="http://schemas.openxmlformats.org/drawingml/2006/main">
            <a:off x="762000" y="1381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48D6C5"/>
                </a:solidFill>
                <a:latin typeface="DejaVu Sans"/>
                <a:ea typeface="DejaVu Sans"/>
                <a:cs typeface="DejaVu Sans"/>
              </a:defRPr>
            </a:pPr>
            <a:r>
              <a:rPr sz="3600" b="1">
                <a:solidFill>
                  <a:srgbClr val="48D6C5"/>
                </a:solidFill>
                <a:latin typeface="DejaVu Sans"/>
                <a:ea typeface="DejaVu Sans"/>
                <a:cs typeface="DejaVu Sans"/>
              </a:rPr>
              <a:t>INTERNET</a:t>
            </a:r>
          </a:p>
        </p:txBody>
      </p:sp>
      <p:sp>
        <p:nvSpPr>
          <p:cNvPr id="4" name="">
            <a:extLst xmlns:a="http://schemas.openxmlformats.org/drawingml/2006/main">
              <a:ext uri="{FF2B5EF4-FFF2-40B4-BE49-F238E27FC236}">
                <a16:creationId xmlns:a16="http://schemas.microsoft.com/office/drawing/2014/main" id="{8B0D345D-DDC8-4B77-AFD9-33A952CBBDC2}"/>
              </a:ext>
            </a:extLst>
          </p:cNvPr>
          <p:cNvSpPr>
            <a:spLocks xmlns:a="http://schemas.openxmlformats.org/drawingml/2006/main" noGrp="1"/>
          </p:cNvSpPr>
          <p:nvPr/>
        </p:nvSpPr>
        <p:spPr>
          <a:xfrm xmlns:a="http://schemas.openxmlformats.org/drawingml/2006/main">
            <a:off x="1285875" y="2714625"/>
            <a:ext cx="9620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a:solidFill>
                  <a:srgbClr val="FFFFFF"/>
                </a:solidFill>
                <a:latin typeface="DejaVu Sans"/>
                <a:ea typeface="DejaVu Sans"/>
                <a:cs typeface="DejaVu Sans"/>
              </a:defRPr>
            </a:pPr>
            <a:r>
              <a:rPr sz="2475">
                <a:solidFill>
                  <a:srgbClr val="FFFFFF"/>
                </a:solidFill>
                <a:latin typeface="DejaVu Sans"/>
                <a:ea typeface="DejaVu Sans"/>
                <a:cs typeface="DejaVu Sans"/>
              </a:rPr>
              <a:t>La visioconférence utilise Internet. Elle ne constitue pas nécessairement une page Web.</a:t>
            </a:r>
          </a:p>
        </p:txBody>
      </p:sp>
    </p:spTree>
    <p:extLst>
      <p:ext uri="{BB962C8B-B14F-4D97-AF65-F5344CB8AC3E}">
        <p14:creationId xmlns:p14="http://schemas.microsoft.com/office/powerpoint/2010/main" val="854502453"/>
      </p:ext>
    </p:extLst>
  </p:cSld>
</p:sld>
</file>

<file path=ppt/slides/slide38.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B6A036-5A0E-41D8-9152-219A6181A141}"/>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INTERNET, WEB OU LES DEUX ?</a:t>
            </a:r>
          </a:p>
        </p:txBody>
      </p:sp>
      <p:sp>
        <p:nvSpPr>
          <p:cNvPr id="2" name="">
            <a:extLst xmlns:a="http://schemas.openxmlformats.org/drawingml/2006/main">
              <a:ext uri="{FF2B5EF4-FFF2-40B4-BE49-F238E27FC236}">
                <a16:creationId xmlns:a16="http://schemas.microsoft.com/office/drawing/2014/main" id="{55820049-F376-4BBB-BBD1-81D0693E5968}"/>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640187BC-1261-45C7-94C3-5AD0CBFB01DD}"/>
              </a:ext>
            </a:extLst>
          </p:cNvPr>
          <p:cNvSpPr>
            <a:spLocks xmlns:a="http://schemas.openxmlformats.org/drawingml/2006/main" noGrp="1"/>
          </p:cNvSpPr>
          <p:nvPr/>
        </p:nvSpPr>
        <p:spPr>
          <a:xfrm xmlns:a="http://schemas.openxmlformats.org/drawingml/2006/main">
            <a:off x="857250" y="1762125"/>
            <a:ext cx="1028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FFF7E8"/>
                </a:solidFill>
                <a:latin typeface="DejaVu Sans"/>
                <a:ea typeface="DejaVu Sans"/>
                <a:cs typeface="DejaVu Sans"/>
              </a:defRPr>
            </a:pPr>
            <a:r>
              <a:rPr sz="3600" b="1">
                <a:solidFill>
                  <a:srgbClr val="FFF7E8"/>
                </a:solidFill>
                <a:latin typeface="DejaVu Sans"/>
                <a:ea typeface="DejaVu Sans"/>
                <a:cs typeface="DejaVu Sans"/>
              </a:rPr>
              <a:t>Tu cliques sur un lien dans une page.</a:t>
            </a:r>
          </a:p>
        </p:txBody>
      </p:sp>
      <p:sp>
        <p:nvSpPr>
          <p:cNvPr id="4" name="">
            <a:extLst xmlns:a="http://schemas.openxmlformats.org/drawingml/2006/main">
              <a:ext uri="{FF2B5EF4-FFF2-40B4-BE49-F238E27FC236}">
                <a16:creationId xmlns:a16="http://schemas.microsoft.com/office/drawing/2014/main" id="{8B857D64-C21A-4F73-9357-8AA50D9ED3B7}"/>
              </a:ext>
            </a:extLst>
          </p:cNvPr>
          <p:cNvSpPr>
            <a:spLocks xmlns:a="http://schemas.openxmlformats.org/drawingml/2006/main" noGrp="1"/>
          </p:cNvSpPr>
          <p:nvPr/>
        </p:nvSpPr>
        <p:spPr>
          <a:xfrm xmlns:a="http://schemas.openxmlformats.org/drawingml/2006/main">
            <a:off x="1143000" y="476250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E8D7B8"/>
                </a:solidFill>
                <a:latin typeface="DejaVu Sans"/>
                <a:ea typeface="DejaVu Sans"/>
                <a:cs typeface="DejaVu Sans"/>
              </a:defRPr>
            </a:pPr>
            <a:r>
              <a:rPr sz="1800">
                <a:solidFill>
                  <a:srgbClr val="E8D7B8"/>
                </a:solidFill>
                <a:latin typeface="DejaVu Sans"/>
                <a:ea typeface="DejaVu Sans"/>
                <a:cs typeface="DejaVu Sans"/>
              </a:rPr>
              <a:t>Choisissez une zone, puis préparez une justification.</a:t>
            </a:r>
          </a:p>
        </p:txBody>
      </p:sp>
    </p:spTree>
    <p:extLst>
      <p:ext uri="{BB962C8B-B14F-4D97-AF65-F5344CB8AC3E}">
        <p14:creationId xmlns:p14="http://schemas.microsoft.com/office/powerpoint/2010/main" val="909768405"/>
      </p:ext>
    </p:extLst>
  </p:cSld>
</p:sld>
</file>

<file path=ppt/slides/slide39.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F5CA09E-F157-4CB1-94AF-48BC7513DD86}"/>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CORRECTION</a:t>
            </a:r>
          </a:p>
        </p:txBody>
      </p:sp>
      <p:sp>
        <p:nvSpPr>
          <p:cNvPr id="2" name="">
            <a:extLst xmlns:a="http://schemas.openxmlformats.org/drawingml/2006/main">
              <a:ext uri="{FF2B5EF4-FFF2-40B4-BE49-F238E27FC236}">
                <a16:creationId xmlns:a16="http://schemas.microsoft.com/office/drawing/2014/main" id="{3D42B090-6338-4CCF-82EC-C5D265DDAA11}"/>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48D6C5"/>
                </a:solidFill>
                <a:latin typeface="DejaVu Sans"/>
                <a:ea typeface="DejaVu Sans"/>
                <a:cs typeface="DejaVu Sans"/>
              </a:defRPr>
            </a:pPr>
            <a:r>
              <a:rPr sz="1500" b="1">
                <a:solidFill>
                  <a:srgbClr val="48D6C5"/>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1DF2F372-8CDE-42A3-9646-414EAF78E75E}"/>
              </a:ext>
            </a:extLst>
          </p:cNvPr>
          <p:cNvSpPr>
            <a:spLocks xmlns:a="http://schemas.openxmlformats.org/drawingml/2006/main" noGrp="1"/>
          </p:cNvSpPr>
          <p:nvPr/>
        </p:nvSpPr>
        <p:spPr>
          <a:xfrm xmlns:a="http://schemas.openxmlformats.org/drawingml/2006/main">
            <a:off x="762000" y="1381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48D6C5"/>
                </a:solidFill>
                <a:latin typeface="DejaVu Sans"/>
                <a:ea typeface="DejaVu Sans"/>
                <a:cs typeface="DejaVu Sans"/>
              </a:defRPr>
            </a:pPr>
            <a:r>
              <a:rPr sz="3600" b="1">
                <a:solidFill>
                  <a:srgbClr val="48D6C5"/>
                </a:solidFill>
                <a:latin typeface="DejaVu Sans"/>
                <a:ea typeface="DejaVu Sans"/>
                <a:cs typeface="DejaVu Sans"/>
              </a:rPr>
              <a:t>LES DEUX INTERVIENNENT</a:t>
            </a:r>
          </a:p>
        </p:txBody>
      </p:sp>
      <p:sp>
        <p:nvSpPr>
          <p:cNvPr id="4" name="">
            <a:extLst xmlns:a="http://schemas.openxmlformats.org/drawingml/2006/main">
              <a:ext uri="{FF2B5EF4-FFF2-40B4-BE49-F238E27FC236}">
                <a16:creationId xmlns:a16="http://schemas.microsoft.com/office/drawing/2014/main" id="{C8BAF472-666D-420E-A3E4-F0D45C0B4CAF}"/>
              </a:ext>
            </a:extLst>
          </p:cNvPr>
          <p:cNvSpPr>
            <a:spLocks xmlns:a="http://schemas.openxmlformats.org/drawingml/2006/main" noGrp="1"/>
          </p:cNvSpPr>
          <p:nvPr/>
        </p:nvSpPr>
        <p:spPr>
          <a:xfrm xmlns:a="http://schemas.openxmlformats.org/drawingml/2006/main">
            <a:off x="1285875" y="2714625"/>
            <a:ext cx="9620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a:solidFill>
                  <a:srgbClr val="FFFFFF"/>
                </a:solidFill>
                <a:latin typeface="DejaVu Sans"/>
                <a:ea typeface="DejaVu Sans"/>
                <a:cs typeface="DejaVu Sans"/>
              </a:defRPr>
            </a:pPr>
            <a:r>
              <a:rPr sz="2475">
                <a:solidFill>
                  <a:srgbClr val="FFFFFF"/>
                </a:solidFill>
                <a:latin typeface="DejaVu Sans"/>
                <a:ea typeface="DejaVu Sans"/>
                <a:cs typeface="DejaVu Sans"/>
              </a:rPr>
              <a:t>Le lien appartient au Web. La ressource distante transite par Internet.</a:t>
            </a:r>
          </a:p>
        </p:txBody>
      </p:sp>
    </p:spTree>
    <p:extLst>
      <p:ext uri="{BB962C8B-B14F-4D97-AF65-F5344CB8AC3E}">
        <p14:creationId xmlns:p14="http://schemas.microsoft.com/office/powerpoint/2010/main" val="1829980626"/>
      </p:ext>
    </p:extLst>
  </p:cSld>
</p:sld>
</file>

<file path=ppt/slides/slide40.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73D2F0-8CCC-4A93-BD9B-2DD07640CA5F}"/>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INTERNET, WEB OU LES DEUX ?</a:t>
            </a:r>
          </a:p>
        </p:txBody>
      </p:sp>
      <p:sp>
        <p:nvSpPr>
          <p:cNvPr id="2" name="">
            <a:extLst xmlns:a="http://schemas.openxmlformats.org/drawingml/2006/main">
              <a:ext uri="{FF2B5EF4-FFF2-40B4-BE49-F238E27FC236}">
                <a16:creationId xmlns:a16="http://schemas.microsoft.com/office/drawing/2014/main" id="{2BBA7389-1F67-45A2-B85E-953DDC8AEAB1}"/>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07</a:t>
            </a:r>
          </a:p>
        </p:txBody>
      </p:sp>
      <p:sp>
        <p:nvSpPr>
          <p:cNvPr id="3" name="">
            <a:extLst xmlns:a="http://schemas.openxmlformats.org/drawingml/2006/main">
              <a:ext uri="{FF2B5EF4-FFF2-40B4-BE49-F238E27FC236}">
                <a16:creationId xmlns:a16="http://schemas.microsoft.com/office/drawing/2014/main" id="{1688126F-5CF7-4601-9027-EDD6589FF619}"/>
              </a:ext>
            </a:extLst>
          </p:cNvPr>
          <p:cNvSpPr>
            <a:spLocks xmlns:a="http://schemas.openxmlformats.org/drawingml/2006/main" noGrp="1"/>
          </p:cNvSpPr>
          <p:nvPr/>
        </p:nvSpPr>
        <p:spPr>
          <a:xfrm xmlns:a="http://schemas.openxmlformats.org/drawingml/2006/main">
            <a:off x="857250" y="1762125"/>
            <a:ext cx="1028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FFF7E8"/>
                </a:solidFill>
                <a:latin typeface="DejaVu Sans"/>
                <a:ea typeface="DejaVu Sans"/>
                <a:cs typeface="DejaVu Sans"/>
              </a:defRPr>
            </a:pPr>
            <a:r>
              <a:rPr sz="3600" b="1">
                <a:solidFill>
                  <a:srgbClr val="FFF7E8"/>
                </a:solidFill>
                <a:latin typeface="DejaVu Sans"/>
                <a:ea typeface="DejaVu Sans"/>
                <a:cs typeface="DejaVu Sans"/>
              </a:rPr>
              <a:t>Une console se connecte à un serveur de jeu.</a:t>
            </a:r>
          </a:p>
        </p:txBody>
      </p:sp>
      <p:sp>
        <p:nvSpPr>
          <p:cNvPr id="4" name="">
            <a:extLst xmlns:a="http://schemas.openxmlformats.org/drawingml/2006/main">
              <a:ext uri="{FF2B5EF4-FFF2-40B4-BE49-F238E27FC236}">
                <a16:creationId xmlns:a16="http://schemas.microsoft.com/office/drawing/2014/main" id="{9AABD28E-5ACA-4276-8178-256AFCA66359}"/>
              </a:ext>
            </a:extLst>
          </p:cNvPr>
          <p:cNvSpPr>
            <a:spLocks xmlns:a="http://schemas.openxmlformats.org/drawingml/2006/main" noGrp="1"/>
          </p:cNvSpPr>
          <p:nvPr/>
        </p:nvSpPr>
        <p:spPr>
          <a:xfrm xmlns:a="http://schemas.openxmlformats.org/drawingml/2006/main">
            <a:off x="1143000" y="476250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E8D7B8"/>
                </a:solidFill>
                <a:latin typeface="DejaVu Sans"/>
                <a:ea typeface="DejaVu Sans"/>
                <a:cs typeface="DejaVu Sans"/>
              </a:defRPr>
            </a:pPr>
            <a:r>
              <a:rPr sz="1800">
                <a:solidFill>
                  <a:srgbClr val="E8D7B8"/>
                </a:solidFill>
                <a:latin typeface="DejaVu Sans"/>
                <a:ea typeface="DejaVu Sans"/>
                <a:cs typeface="DejaVu Sans"/>
              </a:rPr>
              <a:t>Choisissez une zone, puis préparez une justification.</a:t>
            </a:r>
          </a:p>
        </p:txBody>
      </p:sp>
    </p:spTree>
    <p:extLst>
      <p:ext uri="{BB962C8B-B14F-4D97-AF65-F5344CB8AC3E}">
        <p14:creationId xmlns:p14="http://schemas.microsoft.com/office/powerpoint/2010/main" val="1176618041"/>
      </p:ext>
    </p:extLst>
  </p:cSld>
</p:sld>
</file>

<file path=ppt/slides/slide41.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41D51C-D83F-424D-8B64-9EAAC4B32C39}"/>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CORRECTION</a:t>
            </a:r>
          </a:p>
        </p:txBody>
      </p:sp>
      <p:sp>
        <p:nvSpPr>
          <p:cNvPr id="2" name="">
            <a:extLst xmlns:a="http://schemas.openxmlformats.org/drawingml/2006/main">
              <a:ext uri="{FF2B5EF4-FFF2-40B4-BE49-F238E27FC236}">
                <a16:creationId xmlns:a16="http://schemas.microsoft.com/office/drawing/2014/main" id="{9DF4B6BD-632A-42AC-BE7D-722CCDBC7457}"/>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48D6C5"/>
                </a:solidFill>
                <a:latin typeface="DejaVu Sans"/>
                <a:ea typeface="DejaVu Sans"/>
                <a:cs typeface="DejaVu Sans"/>
              </a:defRPr>
            </a:pPr>
            <a:r>
              <a:rPr sz="1500" b="1">
                <a:solidFill>
                  <a:srgbClr val="48D6C5"/>
                </a:solidFill>
                <a:latin typeface="DejaVu Sans"/>
                <a:ea typeface="DejaVu Sans"/>
                <a:cs typeface="DejaVu Sans"/>
              </a:rPr>
              <a:t>07</a:t>
            </a:r>
          </a:p>
        </p:txBody>
      </p:sp>
      <p:sp>
        <p:nvSpPr>
          <p:cNvPr id="3" name="">
            <a:extLst xmlns:a="http://schemas.openxmlformats.org/drawingml/2006/main">
              <a:ext uri="{FF2B5EF4-FFF2-40B4-BE49-F238E27FC236}">
                <a16:creationId xmlns:a16="http://schemas.microsoft.com/office/drawing/2014/main" id="{72B536FB-DBAC-48A5-A945-EA73ADCA2457}"/>
              </a:ext>
            </a:extLst>
          </p:cNvPr>
          <p:cNvSpPr>
            <a:spLocks xmlns:a="http://schemas.openxmlformats.org/drawingml/2006/main" noGrp="1"/>
          </p:cNvSpPr>
          <p:nvPr/>
        </p:nvSpPr>
        <p:spPr>
          <a:xfrm xmlns:a="http://schemas.openxmlformats.org/drawingml/2006/main">
            <a:off x="762000" y="1381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48D6C5"/>
                </a:solidFill>
                <a:latin typeface="DejaVu Sans"/>
                <a:ea typeface="DejaVu Sans"/>
                <a:cs typeface="DejaVu Sans"/>
              </a:defRPr>
            </a:pPr>
            <a:r>
              <a:rPr sz="3600" b="1">
                <a:solidFill>
                  <a:srgbClr val="48D6C5"/>
                </a:solidFill>
                <a:latin typeface="DejaVu Sans"/>
                <a:ea typeface="DejaVu Sans"/>
                <a:cs typeface="DejaVu Sans"/>
              </a:rPr>
              <a:t>INTERNET</a:t>
            </a:r>
          </a:p>
        </p:txBody>
      </p:sp>
      <p:sp>
        <p:nvSpPr>
          <p:cNvPr id="4" name="">
            <a:extLst xmlns:a="http://schemas.openxmlformats.org/drawingml/2006/main">
              <a:ext uri="{FF2B5EF4-FFF2-40B4-BE49-F238E27FC236}">
                <a16:creationId xmlns:a16="http://schemas.microsoft.com/office/drawing/2014/main" id="{AD3BA328-F5B2-4B14-B105-6536CB600F0A}"/>
              </a:ext>
            </a:extLst>
          </p:cNvPr>
          <p:cNvSpPr>
            <a:spLocks xmlns:a="http://schemas.openxmlformats.org/drawingml/2006/main" noGrp="1"/>
          </p:cNvSpPr>
          <p:nvPr/>
        </p:nvSpPr>
        <p:spPr>
          <a:xfrm xmlns:a="http://schemas.openxmlformats.org/drawingml/2006/main">
            <a:off x="1285875" y="2714625"/>
            <a:ext cx="9620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a:solidFill>
                  <a:srgbClr val="FFFFFF"/>
                </a:solidFill>
                <a:latin typeface="DejaVu Sans"/>
                <a:ea typeface="DejaVu Sans"/>
                <a:cs typeface="DejaVu Sans"/>
              </a:defRPr>
            </a:pPr>
            <a:r>
              <a:rPr sz="2475">
                <a:solidFill>
                  <a:srgbClr val="FFFFFF"/>
                </a:solidFill>
                <a:latin typeface="DejaVu Sans"/>
                <a:ea typeface="DejaVu Sans"/>
                <a:cs typeface="DejaVu Sans"/>
              </a:rPr>
              <a:t>Le jeu en ligne utilise Internet, mais son protocole principal ne relève pas forcément du Web.</a:t>
            </a:r>
          </a:p>
        </p:txBody>
      </p:sp>
    </p:spTree>
    <p:extLst>
      <p:ext uri="{BB962C8B-B14F-4D97-AF65-F5344CB8AC3E}">
        <p14:creationId xmlns:p14="http://schemas.microsoft.com/office/powerpoint/2010/main" val="23428948"/>
      </p:ext>
    </p:extLst>
  </p:cSld>
</p:sld>
</file>

<file path=ppt/slides/slide42.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0F21F0E-021E-48C4-A307-43E622D8C7A9}"/>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INTERNET, WEB OU LES DEUX ?</a:t>
            </a:r>
          </a:p>
        </p:txBody>
      </p:sp>
      <p:sp>
        <p:nvSpPr>
          <p:cNvPr id="2" name="">
            <a:extLst xmlns:a="http://schemas.openxmlformats.org/drawingml/2006/main">
              <a:ext uri="{FF2B5EF4-FFF2-40B4-BE49-F238E27FC236}">
                <a16:creationId xmlns:a16="http://schemas.microsoft.com/office/drawing/2014/main" id="{9AA98BEE-45A5-47BB-9ECB-9574E88BE5FF}"/>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CA3FC841-1B72-47D0-BEB1-EEDD19E01BF9}"/>
              </a:ext>
            </a:extLst>
          </p:cNvPr>
          <p:cNvSpPr>
            <a:spLocks xmlns:a="http://schemas.openxmlformats.org/drawingml/2006/main" noGrp="1"/>
          </p:cNvSpPr>
          <p:nvPr/>
        </p:nvSpPr>
        <p:spPr>
          <a:xfrm xmlns:a="http://schemas.openxmlformats.org/drawingml/2006/main">
            <a:off x="857250" y="1762125"/>
            <a:ext cx="1028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FFF7E8"/>
                </a:solidFill>
                <a:latin typeface="DejaVu Sans"/>
                <a:ea typeface="DejaVu Sans"/>
                <a:cs typeface="DejaVu Sans"/>
              </a:defRPr>
            </a:pPr>
            <a:r>
              <a:rPr sz="3600" b="1">
                <a:solidFill>
                  <a:srgbClr val="FFF7E8"/>
                </a:solidFill>
                <a:latin typeface="DejaVu Sans"/>
                <a:ea typeface="DejaVu Sans"/>
                <a:cs typeface="DejaVu Sans"/>
              </a:rPr>
              <a:t>Tu regardes une vidéo intégrée dans une page Web.</a:t>
            </a:r>
          </a:p>
        </p:txBody>
      </p:sp>
      <p:sp>
        <p:nvSpPr>
          <p:cNvPr id="4" name="">
            <a:extLst xmlns:a="http://schemas.openxmlformats.org/drawingml/2006/main">
              <a:ext uri="{FF2B5EF4-FFF2-40B4-BE49-F238E27FC236}">
                <a16:creationId xmlns:a16="http://schemas.microsoft.com/office/drawing/2014/main" id="{159814E9-EFAF-41DE-9363-A2B90DEF4374}"/>
              </a:ext>
            </a:extLst>
          </p:cNvPr>
          <p:cNvSpPr>
            <a:spLocks xmlns:a="http://schemas.openxmlformats.org/drawingml/2006/main" noGrp="1"/>
          </p:cNvSpPr>
          <p:nvPr/>
        </p:nvSpPr>
        <p:spPr>
          <a:xfrm xmlns:a="http://schemas.openxmlformats.org/drawingml/2006/main">
            <a:off x="1143000" y="476250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E8D7B8"/>
                </a:solidFill>
                <a:latin typeface="DejaVu Sans"/>
                <a:ea typeface="DejaVu Sans"/>
                <a:cs typeface="DejaVu Sans"/>
              </a:defRPr>
            </a:pPr>
            <a:r>
              <a:rPr sz="1800">
                <a:solidFill>
                  <a:srgbClr val="E8D7B8"/>
                </a:solidFill>
                <a:latin typeface="DejaVu Sans"/>
                <a:ea typeface="DejaVu Sans"/>
                <a:cs typeface="DejaVu Sans"/>
              </a:rPr>
              <a:t>Choisissez une zone, puis préparez une justification.</a:t>
            </a:r>
          </a:p>
        </p:txBody>
      </p:sp>
    </p:spTree>
    <p:extLst>
      <p:ext uri="{BB962C8B-B14F-4D97-AF65-F5344CB8AC3E}">
        <p14:creationId xmlns:p14="http://schemas.microsoft.com/office/powerpoint/2010/main" val="37672330"/>
      </p:ext>
    </p:extLst>
  </p:cSld>
</p:sld>
</file>

<file path=ppt/slides/slide43.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B2306C-877A-4FE1-A399-06148719495F}"/>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CORRECTION</a:t>
            </a:r>
          </a:p>
        </p:txBody>
      </p:sp>
      <p:sp>
        <p:nvSpPr>
          <p:cNvPr id="2" name="">
            <a:extLst xmlns:a="http://schemas.openxmlformats.org/drawingml/2006/main">
              <a:ext uri="{FF2B5EF4-FFF2-40B4-BE49-F238E27FC236}">
                <a16:creationId xmlns:a16="http://schemas.microsoft.com/office/drawing/2014/main" id="{B8E8BB1F-1EA6-4B8D-B122-CA6D9228209F}"/>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48D6C5"/>
                </a:solidFill>
                <a:latin typeface="DejaVu Sans"/>
                <a:ea typeface="DejaVu Sans"/>
                <a:cs typeface="DejaVu Sans"/>
              </a:defRPr>
            </a:pPr>
            <a:r>
              <a:rPr sz="1500" b="1">
                <a:solidFill>
                  <a:srgbClr val="48D6C5"/>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3298967A-C2D6-473F-8B84-71C86F11E9AD}"/>
              </a:ext>
            </a:extLst>
          </p:cNvPr>
          <p:cNvSpPr>
            <a:spLocks xmlns:a="http://schemas.openxmlformats.org/drawingml/2006/main" noGrp="1"/>
          </p:cNvSpPr>
          <p:nvPr/>
        </p:nvSpPr>
        <p:spPr>
          <a:xfrm xmlns:a="http://schemas.openxmlformats.org/drawingml/2006/main">
            <a:off x="762000" y="1381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1">
                <a:solidFill>
                  <a:srgbClr val="48D6C5"/>
                </a:solidFill>
                <a:latin typeface="DejaVu Sans"/>
                <a:ea typeface="DejaVu Sans"/>
                <a:cs typeface="DejaVu Sans"/>
              </a:defRPr>
            </a:pPr>
            <a:r>
              <a:rPr sz="3600" b="1">
                <a:solidFill>
                  <a:srgbClr val="48D6C5"/>
                </a:solidFill>
                <a:latin typeface="DejaVu Sans"/>
                <a:ea typeface="DejaVu Sans"/>
                <a:cs typeface="DejaVu Sans"/>
              </a:rPr>
              <a:t>LES DEUX INTERVIENNENT</a:t>
            </a:r>
          </a:p>
        </p:txBody>
      </p:sp>
      <p:sp>
        <p:nvSpPr>
          <p:cNvPr id="4" name="">
            <a:extLst xmlns:a="http://schemas.openxmlformats.org/drawingml/2006/main">
              <a:ext uri="{FF2B5EF4-FFF2-40B4-BE49-F238E27FC236}">
                <a16:creationId xmlns:a16="http://schemas.microsoft.com/office/drawing/2014/main" id="{4FC76910-5C1E-44A7-885F-7B53E86EFF37}"/>
              </a:ext>
            </a:extLst>
          </p:cNvPr>
          <p:cNvSpPr>
            <a:spLocks xmlns:a="http://schemas.openxmlformats.org/drawingml/2006/main" noGrp="1"/>
          </p:cNvSpPr>
          <p:nvPr/>
        </p:nvSpPr>
        <p:spPr>
          <a:xfrm xmlns:a="http://schemas.openxmlformats.org/drawingml/2006/main">
            <a:off x="1285875" y="2714625"/>
            <a:ext cx="9620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a:solidFill>
                  <a:srgbClr val="FFFFFF"/>
                </a:solidFill>
                <a:latin typeface="DejaVu Sans"/>
                <a:ea typeface="DejaVu Sans"/>
                <a:cs typeface="DejaVu Sans"/>
              </a:defRPr>
            </a:pPr>
            <a:r>
              <a:rPr sz="2475">
                <a:solidFill>
                  <a:srgbClr val="FFFFFF"/>
                </a:solidFill>
                <a:latin typeface="DejaVu Sans"/>
                <a:ea typeface="DejaVu Sans"/>
                <a:cs typeface="DejaVu Sans"/>
              </a:rPr>
              <a:t>La page et son lecteur relèvent du Web. Internet transporte la vidéo.</a:t>
            </a:r>
          </a:p>
        </p:txBody>
      </p:sp>
    </p:spTree>
    <p:extLst>
      <p:ext uri="{BB962C8B-B14F-4D97-AF65-F5344CB8AC3E}">
        <p14:creationId xmlns:p14="http://schemas.microsoft.com/office/powerpoint/2010/main" val="998877041"/>
      </p:ext>
    </p:extLst>
  </p:cSld>
</p:sld>
</file>

<file path=ppt/slides/slide44.xml><?xml version="1.0" encoding="utf-8"?>
<p:sld xmlns:p="http://schemas.openxmlformats.org/presentationml/2006/main">
  <p:cSld>
    <p:bg>
      <p:bgPr>
        <a:solidFill xmlns:a="http://schemas.openxmlformats.org/drawingml/2006/main">
          <a:srgbClr val="1428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4A99411-C98D-4A37-AA0A-7B49CFF3AAC8}"/>
              </a:ext>
            </a:extLst>
          </p:cNvPr>
          <p:cNvSpPr>
            <a:spLocks xmlns:a="http://schemas.openxmlformats.org/drawingml/2006/main" noGrp="1"/>
          </p:cNvSpPr>
          <p:nvPr/>
        </p:nvSpPr>
        <p:spPr>
          <a:xfrm xmlns:a="http://schemas.openxmlformats.org/drawingml/2006/main">
            <a:off x="742950" y="5905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spc="3">
                <a:solidFill>
                  <a:srgbClr val="48D6C5"/>
                </a:solidFill>
                <a:latin typeface="DejaVu Sans"/>
                <a:ea typeface="DejaVu Sans"/>
                <a:cs typeface="DejaVu Sans"/>
              </a:defRPr>
            </a:pPr>
            <a:r>
              <a:rPr sz="1350" b="1" spc="3">
                <a:solidFill>
                  <a:srgbClr val="48D6C5"/>
                </a:solidFill>
                <a:latin typeface="DejaVu Sans"/>
                <a:ea typeface="DejaVu Sans"/>
                <a:cs typeface="DejaVu Sans"/>
              </a:rPr>
              <a:t>ACTIVITÉ</a:t>
            </a:r>
          </a:p>
        </p:txBody>
      </p:sp>
      <p:sp>
        <p:nvSpPr>
          <p:cNvPr id="2" name="">
            <a:extLst xmlns:a="http://schemas.openxmlformats.org/drawingml/2006/main">
              <a:ext uri="{FF2B5EF4-FFF2-40B4-BE49-F238E27FC236}">
                <a16:creationId xmlns:a16="http://schemas.microsoft.com/office/drawing/2014/main" id="{1606B433-8E2C-4135-A56E-F2AECBE7D671}"/>
              </a:ext>
            </a:extLst>
          </p:cNvPr>
          <p:cNvSpPr>
            <a:spLocks xmlns:a="http://schemas.openxmlformats.org/drawingml/2006/main" noGrp="1"/>
          </p:cNvSpPr>
          <p:nvPr/>
        </p:nvSpPr>
        <p:spPr>
          <a:xfrm xmlns:a="http://schemas.openxmlformats.org/drawingml/2006/main">
            <a:off x="723900" y="1714500"/>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050" b="1">
                <a:solidFill>
                  <a:srgbClr val="FFF7E8"/>
                </a:solidFill>
                <a:latin typeface="DejaVu Sans"/>
                <a:ea typeface="DejaVu Sans"/>
                <a:cs typeface="DejaVu Sans"/>
              </a:defRPr>
            </a:pPr>
            <a:r>
              <a:rPr sz="4050" b="1">
                <a:solidFill>
                  <a:srgbClr val="FFF7E8"/>
                </a:solidFill>
                <a:latin typeface="DejaVu Sans"/>
                <a:ea typeface="DejaVu Sans"/>
                <a:cs typeface="DejaVu Sans"/>
              </a:rPr>
              <a:t>Le voyage d’une page</a:t>
            </a:r>
          </a:p>
        </p:txBody>
      </p:sp>
      <p:sp>
        <p:nvSpPr>
          <p:cNvPr id="3" name="">
            <a:extLst xmlns:a="http://schemas.openxmlformats.org/drawingml/2006/main">
              <a:ext uri="{FF2B5EF4-FFF2-40B4-BE49-F238E27FC236}">
                <a16:creationId xmlns:a16="http://schemas.microsoft.com/office/drawing/2014/main" id="{785D8928-8DDF-4F88-B880-74E8EF4650C0}"/>
              </a:ext>
            </a:extLst>
          </p:cNvPr>
          <p:cNvSpPr>
            <a:spLocks xmlns:a="http://schemas.openxmlformats.org/drawingml/2006/main" noGrp="1"/>
          </p:cNvSpPr>
          <p:nvPr/>
        </p:nvSpPr>
        <p:spPr>
          <a:xfrm xmlns:a="http://schemas.openxmlformats.org/drawingml/2006/main">
            <a:off x="762000" y="323850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a:solidFill>
                  <a:srgbClr val="E8D7B8"/>
                </a:solidFill>
                <a:latin typeface="DejaVu Sans"/>
                <a:ea typeface="DejaVu Sans"/>
                <a:cs typeface="DejaVu Sans"/>
              </a:defRPr>
            </a:pPr>
            <a:r>
              <a:rPr sz="2025">
                <a:solidFill>
                  <a:srgbClr val="E8D7B8"/>
                </a:solidFill>
                <a:latin typeface="DejaVu Sans"/>
                <a:ea typeface="DejaVu Sans"/>
                <a:cs typeface="DejaVu Sans"/>
              </a:rPr>
              <a:t>Construire une première carte mentale du trajet</a:t>
            </a:r>
          </a:p>
        </p:txBody>
      </p:sp>
    </p:spTree>
    <p:extLst>
      <p:ext uri="{BB962C8B-B14F-4D97-AF65-F5344CB8AC3E}">
        <p14:creationId xmlns:p14="http://schemas.microsoft.com/office/powerpoint/2010/main" val="997101573"/>
      </p:ext>
    </p:extLst>
  </p:cSld>
</p:sld>
</file>

<file path=ppt/slides/slide45.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16B6EA7-054B-4764-8E29-788152159A4D}"/>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DÉFI EN GROUPE</a:t>
            </a:r>
          </a:p>
        </p:txBody>
      </p:sp>
      <p:sp>
        <p:nvSpPr>
          <p:cNvPr id="2" name="">
            <a:extLst xmlns:a="http://schemas.openxmlformats.org/drawingml/2006/main">
              <a:ext uri="{FF2B5EF4-FFF2-40B4-BE49-F238E27FC236}">
                <a16:creationId xmlns:a16="http://schemas.microsoft.com/office/drawing/2014/main" id="{96B1F038-0203-4802-8098-0DFDBE7DE4C1}"/>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7E8"/>
                </a:solidFill>
                <a:latin typeface="DejaVu Sans"/>
                <a:ea typeface="DejaVu Sans"/>
                <a:cs typeface="DejaVu Sans"/>
              </a:defRPr>
            </a:pPr>
            <a:r>
              <a:rPr sz="3225" b="1">
                <a:solidFill>
                  <a:srgbClr val="FFF7E8"/>
                </a:solidFill>
                <a:latin typeface="DejaVu Sans"/>
                <a:ea typeface="DejaVu Sans"/>
                <a:cs typeface="DejaVu Sans"/>
              </a:rPr>
              <a:t>Une étudiante saisit https://www.exemple.fr</a:t>
            </a:r>
          </a:p>
        </p:txBody>
      </p:sp>
      <p:sp>
        <p:nvSpPr>
          <p:cNvPr id="3" name="">
            <a:extLst xmlns:a="http://schemas.openxmlformats.org/drawingml/2006/main">
              <a:ext uri="{FF2B5EF4-FFF2-40B4-BE49-F238E27FC236}">
                <a16:creationId xmlns:a16="http://schemas.microsoft.com/office/drawing/2014/main" id="{FFE0C05F-DFAC-4204-AA58-A64569DA32C7}"/>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Pendant 12 minutes, dessinez le trajet de la demande et de la réponse.</a:t>
            </a:r>
          </a:p>
          <a:p xmlns:a="http://schemas.openxmlformats.org/drawingml/2006/main">
            <a:r>
              <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Votre schéma doit faire apparaître l’utilisateur, le navigateur, le réseau local, la box ou le routeur, Internet, le DNS et le serveur Web.</a:t>
            </a:r>
          </a:p>
          <a:p xmlns:a="http://schemas.openxmlformats.org/drawingml/2006/main">
            <a:r>
              <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Ajoutez les mots demande et réponse.</a:t>
            </a:r>
          </a:p>
        </p:txBody>
      </p:sp>
    </p:spTree>
    <p:extLst>
      <p:ext uri="{BB962C8B-B14F-4D97-AF65-F5344CB8AC3E}">
        <p14:creationId xmlns:p14="http://schemas.microsoft.com/office/powerpoint/2010/main" val="979817844"/>
      </p:ext>
    </p:extLst>
  </p:cSld>
</p:sld>
</file>

<file path=ppt/slides/slide46.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51147FA-B278-41E9-9C8C-803500270D16}"/>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E0B44C"/>
                </a:solidFill>
                <a:latin typeface="DejaVu Sans"/>
                <a:ea typeface="DejaVu Sans"/>
                <a:cs typeface="DejaVu Sans"/>
              </a:defRPr>
            </a:pPr>
            <a:r>
              <a:rPr sz="1275" b="1" spc="2">
                <a:solidFill>
                  <a:srgbClr val="E0B44C"/>
                </a:solidFill>
                <a:latin typeface="DejaVu Sans"/>
                <a:ea typeface="DejaVu Sans"/>
                <a:cs typeface="DejaVu Sans"/>
              </a:rPr>
              <a:t>CONTRAINTE</a:t>
            </a:r>
          </a:p>
        </p:txBody>
      </p:sp>
      <p:sp>
        <p:nvSpPr>
          <p:cNvPr id="2" name="">
            <a:extLst xmlns:a="http://schemas.openxmlformats.org/drawingml/2006/main">
              <a:ext uri="{FF2B5EF4-FFF2-40B4-BE49-F238E27FC236}">
                <a16:creationId xmlns:a16="http://schemas.microsoft.com/office/drawing/2014/main" id="{C405F9D4-610C-4A9D-B21A-9FE7CBA53DC7}"/>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4283A"/>
                </a:solidFill>
                <a:latin typeface="DejaVu Sans"/>
                <a:ea typeface="DejaVu Sans"/>
                <a:cs typeface="DejaVu Sans"/>
              </a:defRPr>
            </a:pPr>
            <a:r>
              <a:rPr sz="3225" b="1">
                <a:solidFill>
                  <a:srgbClr val="14283A"/>
                </a:solidFill>
                <a:latin typeface="DejaVu Sans"/>
                <a:ea typeface="DejaVu Sans"/>
                <a:cs typeface="DejaVu Sans"/>
              </a:rPr>
              <a:t>La règle des deux couleurs</a:t>
            </a:r>
          </a:p>
        </p:txBody>
      </p:sp>
      <p:sp>
        <p:nvSpPr>
          <p:cNvPr id="3" name="">
            <a:extLst xmlns:a="http://schemas.openxmlformats.org/drawingml/2006/main">
              <a:ext uri="{FF2B5EF4-FFF2-40B4-BE49-F238E27FC236}">
                <a16:creationId xmlns:a16="http://schemas.microsoft.com/office/drawing/2014/main" id="{D906A3FE-CA58-4B9B-B807-4E20F2C5ADC2}"/>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Une couleur représente le chemin de la demande.</a:t>
            </a:r>
          </a:p>
          <a:p xmlns:a="http://schemas.openxmlformats.org/drawingml/2006/main">
            <a:r>
              <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Une seconde couleur représente le retour de la réponse.</a:t>
            </a:r>
          </a:p>
          <a:p xmlns:a="http://schemas.openxmlformats.org/drawingml/2006/main">
            <a:r>
              <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Le groupe doit pouvoir raconter son schéma en cinq phrases maximum.</a:t>
            </a:r>
          </a:p>
        </p:txBody>
      </p:sp>
    </p:spTree>
    <p:extLst>
      <p:ext uri="{BB962C8B-B14F-4D97-AF65-F5344CB8AC3E}">
        <p14:creationId xmlns:p14="http://schemas.microsoft.com/office/powerpoint/2010/main" val="1103289729"/>
      </p:ext>
    </p:extLst>
  </p:cSld>
</p:sld>
</file>

<file path=ppt/slides/slide47.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A5F983E-F0D2-4E67-8363-9A1358830012}"/>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MODÈLE SIMPLIFIÉ</a:t>
            </a:r>
          </a:p>
        </p:txBody>
      </p:sp>
      <p:sp>
        <p:nvSpPr>
          <p:cNvPr id="2" name="">
            <a:extLst xmlns:a="http://schemas.openxmlformats.org/drawingml/2006/main">
              <a:ext uri="{FF2B5EF4-FFF2-40B4-BE49-F238E27FC236}">
                <a16:creationId xmlns:a16="http://schemas.microsoft.com/office/drawing/2014/main" id="{1C118919-5620-4170-8F24-DAC6461AA9C7}"/>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Une séquence possible</a:t>
            </a:r>
          </a:p>
        </p:txBody>
      </p:sp>
      <p:sp>
        <p:nvSpPr>
          <p:cNvPr id="3" name="">
            <a:extLst xmlns:a="http://schemas.openxmlformats.org/drawingml/2006/main">
              <a:ext uri="{FF2B5EF4-FFF2-40B4-BE49-F238E27FC236}">
                <a16:creationId xmlns:a16="http://schemas.microsoft.com/office/drawing/2014/main" id="{9C06BD0C-B543-491B-BF18-85ACD5EFA65F}"/>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1. L’utilisateur saisit une URL.</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2. Le navigateur obtient les informations nécessaires grâce au DNS.</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3. La demande traverse le réseau local, la box et Internet.</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4. Le serveur Web traite la requête.</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5. La réponse revient vers le navigateur, qui affiche la ressource.</a:t>
            </a:r>
          </a:p>
        </p:txBody>
      </p:sp>
    </p:spTree>
    <p:extLst>
      <p:ext uri="{BB962C8B-B14F-4D97-AF65-F5344CB8AC3E}">
        <p14:creationId xmlns:p14="http://schemas.microsoft.com/office/powerpoint/2010/main" val="1690122557"/>
      </p:ext>
    </p:extLst>
  </p:cSld>
</p:sld>
</file>

<file path=ppt/slides/slide48.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723BF87-E1E8-4DC3-BA24-9AB84D7D0105}"/>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NUANCE</a:t>
            </a:r>
          </a:p>
        </p:txBody>
      </p:sp>
      <p:sp>
        <p:nvSpPr>
          <p:cNvPr id="2" name="">
            <a:extLst xmlns:a="http://schemas.openxmlformats.org/drawingml/2006/main">
              <a:ext uri="{FF2B5EF4-FFF2-40B4-BE49-F238E27FC236}">
                <a16:creationId xmlns:a16="http://schemas.microsoft.com/office/drawing/2014/main" id="{DF360498-9BDC-4700-83FE-0340AC0140F9}"/>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4283A"/>
                </a:solidFill>
                <a:latin typeface="DejaVu Sans"/>
                <a:ea typeface="DejaVu Sans"/>
                <a:cs typeface="DejaVu Sans"/>
              </a:defRPr>
            </a:pPr>
            <a:r>
              <a:rPr sz="3225" b="1">
                <a:solidFill>
                  <a:srgbClr val="14283A"/>
                </a:solidFill>
                <a:latin typeface="DejaVu Sans"/>
                <a:ea typeface="DejaVu Sans"/>
                <a:cs typeface="DejaVu Sans"/>
              </a:rPr>
              <a:t>Un modèle volontairement simple</a:t>
            </a:r>
          </a:p>
        </p:txBody>
      </p:sp>
      <p:sp>
        <p:nvSpPr>
          <p:cNvPr id="3" name="">
            <a:extLst xmlns:a="http://schemas.openxmlformats.org/drawingml/2006/main">
              <a:ext uri="{FF2B5EF4-FFF2-40B4-BE49-F238E27FC236}">
                <a16:creationId xmlns:a16="http://schemas.microsoft.com/office/drawing/2014/main" id="{0D9DD73E-E29E-477D-84C4-034A5DDAB3DA}"/>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Dans la réalité, plusieurs serveurs DNS, routeurs, caches, connexions et échanges peuvent intervenir. Le schéma construit aujourd’hui sert de première carte mentale.</a:t>
            </a:r>
          </a:p>
        </p:txBody>
      </p:sp>
    </p:spTree>
    <p:extLst>
      <p:ext uri="{BB962C8B-B14F-4D97-AF65-F5344CB8AC3E}">
        <p14:creationId xmlns:p14="http://schemas.microsoft.com/office/powerpoint/2010/main" val="769680144"/>
      </p:ext>
    </p:extLst>
  </p:cSld>
</p:sld>
</file>

<file path=ppt/slides/slide49.xml><?xml version="1.0" encoding="utf-8"?>
<p:sld xmlns:p="http://schemas.openxmlformats.org/presentationml/2006/main">
  <p:cSld>
    <p:bg>
      <p:bgPr>
        <a:solidFill xmlns:a="http://schemas.openxmlformats.org/drawingml/2006/main">
          <a:srgbClr val="1428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8D15A53-B905-4CC1-8481-D4EECDABDB94}"/>
              </a:ext>
            </a:extLst>
          </p:cNvPr>
          <p:cNvSpPr>
            <a:spLocks xmlns:a="http://schemas.openxmlformats.org/drawingml/2006/main" noGrp="1"/>
          </p:cNvSpPr>
          <p:nvPr/>
        </p:nvSpPr>
        <p:spPr>
          <a:xfrm xmlns:a="http://schemas.openxmlformats.org/drawingml/2006/main">
            <a:off x="742950" y="5905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spc="3">
                <a:solidFill>
                  <a:srgbClr val="FF8F70"/>
                </a:solidFill>
                <a:latin typeface="DejaVu Sans"/>
                <a:ea typeface="DejaVu Sans"/>
                <a:cs typeface="DejaVu Sans"/>
              </a:defRPr>
            </a:pPr>
            <a:r>
              <a:rPr sz="1350" b="1" spc="3">
                <a:solidFill>
                  <a:srgbClr val="FF8F70"/>
                </a:solidFill>
                <a:latin typeface="DejaVu Sans"/>
                <a:ea typeface="DejaVu Sans"/>
                <a:cs typeface="DejaVu Sans"/>
              </a:rPr>
              <a:t>ACTIVITÉ</a:t>
            </a:r>
          </a:p>
        </p:txBody>
      </p:sp>
      <p:sp>
        <p:nvSpPr>
          <p:cNvPr id="2" name="">
            <a:extLst xmlns:a="http://schemas.openxmlformats.org/drawingml/2006/main">
              <a:ext uri="{FF2B5EF4-FFF2-40B4-BE49-F238E27FC236}">
                <a16:creationId xmlns:a16="http://schemas.microsoft.com/office/drawing/2014/main" id="{374ECBD5-0F5E-4849-97BC-56FDBF202590}"/>
              </a:ext>
            </a:extLst>
          </p:cNvPr>
          <p:cNvSpPr>
            <a:spLocks xmlns:a="http://schemas.openxmlformats.org/drawingml/2006/main" noGrp="1"/>
          </p:cNvSpPr>
          <p:nvPr/>
        </p:nvSpPr>
        <p:spPr>
          <a:xfrm xmlns:a="http://schemas.openxmlformats.org/drawingml/2006/main">
            <a:off x="723900" y="1714500"/>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050" b="1">
                <a:solidFill>
                  <a:srgbClr val="FFF7E8"/>
                </a:solidFill>
                <a:latin typeface="DejaVu Sans"/>
                <a:ea typeface="DejaVu Sans"/>
                <a:cs typeface="DejaVu Sans"/>
              </a:defRPr>
            </a:pPr>
            <a:r>
              <a:rPr sz="4050" b="1">
                <a:solidFill>
                  <a:srgbClr val="FFF7E8"/>
                </a:solidFill>
                <a:latin typeface="DejaVu Sans"/>
                <a:ea typeface="DejaVu Sans"/>
                <a:cs typeface="DejaVu Sans"/>
              </a:rPr>
              <a:t>Le procès des mots</a:t>
            </a:r>
          </a:p>
        </p:txBody>
      </p:sp>
      <p:sp>
        <p:nvSpPr>
          <p:cNvPr id="3" name="">
            <a:extLst xmlns:a="http://schemas.openxmlformats.org/drawingml/2006/main">
              <a:ext uri="{FF2B5EF4-FFF2-40B4-BE49-F238E27FC236}">
                <a16:creationId xmlns:a16="http://schemas.microsoft.com/office/drawing/2014/main" id="{CA8F843A-CA16-4E6E-90D2-6F87BE3BAE57}"/>
              </a:ext>
            </a:extLst>
          </p:cNvPr>
          <p:cNvSpPr>
            <a:spLocks xmlns:a="http://schemas.openxmlformats.org/drawingml/2006/main" noGrp="1"/>
          </p:cNvSpPr>
          <p:nvPr/>
        </p:nvSpPr>
        <p:spPr>
          <a:xfrm xmlns:a="http://schemas.openxmlformats.org/drawingml/2006/main">
            <a:off x="762000" y="323850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a:solidFill>
                  <a:srgbClr val="E8D7B8"/>
                </a:solidFill>
                <a:latin typeface="DejaVu Sans"/>
                <a:ea typeface="DejaVu Sans"/>
                <a:cs typeface="DejaVu Sans"/>
              </a:defRPr>
            </a:pPr>
            <a:r>
              <a:rPr sz="2025">
                <a:solidFill>
                  <a:srgbClr val="E8D7B8"/>
                </a:solidFill>
                <a:latin typeface="DejaVu Sans"/>
                <a:ea typeface="DejaVu Sans"/>
                <a:cs typeface="DejaVu Sans"/>
              </a:rPr>
              <a:t>Classer le vocabulaire puis défendre les cas discutables</a:t>
            </a:r>
          </a:p>
        </p:txBody>
      </p:sp>
    </p:spTree>
    <p:extLst>
      <p:ext uri="{BB962C8B-B14F-4D97-AF65-F5344CB8AC3E}">
        <p14:creationId xmlns:p14="http://schemas.microsoft.com/office/powerpoint/2010/main" val="1680279898"/>
      </p:ext>
    </p:extLst>
  </p:cSld>
</p:sld>
</file>

<file path=ppt/slides/slide50.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81AC2BF-A783-49C9-A957-6D5363CF5877}"/>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NOUVELLE RÈGLE</a:t>
            </a:r>
          </a:p>
        </p:txBody>
      </p:sp>
      <p:sp>
        <p:nvSpPr>
          <p:cNvPr id="2" name="">
            <a:extLst xmlns:a="http://schemas.openxmlformats.org/drawingml/2006/main">
              <a:ext uri="{FF2B5EF4-FFF2-40B4-BE49-F238E27FC236}">
                <a16:creationId xmlns:a16="http://schemas.microsoft.com/office/drawing/2014/main" id="{F50B2C7B-4866-4B62-88AD-CA49786BDA33}"/>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7E8"/>
                </a:solidFill>
                <a:latin typeface="DejaVu Sans"/>
                <a:ea typeface="DejaVu Sans"/>
                <a:cs typeface="DejaVu Sans"/>
              </a:defRPr>
            </a:pPr>
            <a:r>
              <a:rPr sz="3225" b="1">
                <a:solidFill>
                  <a:srgbClr val="FFF7E8"/>
                </a:solidFill>
                <a:latin typeface="DejaVu Sans"/>
                <a:ea typeface="DejaVu Sans"/>
                <a:cs typeface="DejaVu Sans"/>
              </a:rPr>
              <a:t>Un classement suivi d’un procès</a:t>
            </a:r>
          </a:p>
        </p:txBody>
      </p:sp>
      <p:sp>
        <p:nvSpPr>
          <p:cNvPr id="3" name="">
            <a:extLst xmlns:a="http://schemas.openxmlformats.org/drawingml/2006/main">
              <a:ext uri="{FF2B5EF4-FFF2-40B4-BE49-F238E27FC236}">
                <a16:creationId xmlns:a16="http://schemas.microsoft.com/office/drawing/2014/main" id="{4E1B7B6A-3FD1-4331-AA8A-2E9085036373}"/>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FFF7E8"/>
                </a:solidFill>
                <a:latin typeface="DejaVu Sans"/>
                <a:ea typeface="DejaVu Sans"/>
                <a:cs typeface="DejaVu Sans"/>
              </a:defRPr>
            </a:pPr>
            <a:r>
              <a:rPr sz="1875">
                <a:solidFill>
                  <a:srgbClr val="FFF7E8"/>
                </a:solidFill>
                <a:latin typeface="DejaVu Sans"/>
                <a:ea typeface="DejaVu Sans"/>
                <a:cs typeface="DejaVu Sans"/>
              </a:rPr>
              <a:t>Chaque groupe invente ses catégories et classe les quinze termes.</a:t>
            </a:r>
          </a:p>
          <a:p xmlns:a="http://schemas.openxmlformats.org/drawingml/2006/main">
            <a:r>
              <a:t/>
            </a:r>
          </a:p>
          <a:p xmlns:a="http://schemas.openxmlformats.org/drawingml/2006/main">
            <a:pPr>
              <a:defRPr sz="1875">
                <a:solidFill>
                  <a:srgbClr val="FFF7E8"/>
                </a:solidFill>
                <a:latin typeface="DejaVu Sans"/>
                <a:ea typeface="DejaVu Sans"/>
                <a:cs typeface="DejaVu Sans"/>
              </a:defRPr>
            </a:pPr>
            <a:r>
              <a:rPr sz="1875">
                <a:solidFill>
                  <a:srgbClr val="FFF7E8"/>
                </a:solidFill>
                <a:latin typeface="DejaVu Sans"/>
                <a:ea typeface="DejaVu Sans"/>
                <a:cs typeface="DejaVu Sans"/>
              </a:rPr>
              <a:t>L’enseignant choisit ensuite un mot contesté. Deux groupes disposent d’une minute chacun pour défendre un classement différent.</a:t>
            </a:r>
          </a:p>
          <a:p xmlns:a="http://schemas.openxmlformats.org/drawingml/2006/main">
            <a:r>
              <a:t/>
            </a:r>
          </a:p>
          <a:p xmlns:a="http://schemas.openxmlformats.org/drawingml/2006/main">
            <a:pPr>
              <a:defRPr sz="1875">
                <a:solidFill>
                  <a:srgbClr val="FFF7E8"/>
                </a:solidFill>
                <a:latin typeface="DejaVu Sans"/>
                <a:ea typeface="DejaVu Sans"/>
                <a:cs typeface="DejaVu Sans"/>
              </a:defRPr>
            </a:pPr>
            <a:r>
              <a:rPr sz="1875">
                <a:solidFill>
                  <a:srgbClr val="FFF7E8"/>
                </a:solidFill>
                <a:latin typeface="DejaVu Sans"/>
                <a:ea typeface="DejaVu Sans"/>
                <a:cs typeface="DejaVu Sans"/>
              </a:rPr>
              <a:t>La classe vote pour l’argument le plus précis, pas pour la réponse la plus rapide.</a:t>
            </a:r>
          </a:p>
        </p:txBody>
      </p:sp>
    </p:spTree>
    <p:extLst>
      <p:ext uri="{BB962C8B-B14F-4D97-AF65-F5344CB8AC3E}">
        <p14:creationId xmlns:p14="http://schemas.microsoft.com/office/powerpoint/2010/main" val="1145577754"/>
      </p:ext>
    </p:extLst>
  </p:cSld>
</p:sld>
</file>

<file path=ppt/slides/slide51.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F6BE8C7-9C13-4CF4-9AE0-2E43D360743B}"/>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E0B44C"/>
                </a:solidFill>
                <a:latin typeface="DejaVu Sans"/>
                <a:ea typeface="DejaVu Sans"/>
                <a:cs typeface="DejaVu Sans"/>
              </a:defRPr>
            </a:pPr>
            <a:r>
              <a:rPr sz="1275" b="1" spc="2">
                <a:solidFill>
                  <a:srgbClr val="E0B44C"/>
                </a:solidFill>
                <a:latin typeface="DejaVu Sans"/>
                <a:ea typeface="DejaVu Sans"/>
                <a:cs typeface="DejaVu Sans"/>
              </a:rPr>
              <a:t>MOTS À CLASSER</a:t>
            </a:r>
          </a:p>
        </p:txBody>
      </p:sp>
      <p:sp>
        <p:nvSpPr>
          <p:cNvPr id="2" name="">
            <a:extLst xmlns:a="http://schemas.openxmlformats.org/drawingml/2006/main">
              <a:ext uri="{FF2B5EF4-FFF2-40B4-BE49-F238E27FC236}">
                <a16:creationId xmlns:a16="http://schemas.microsoft.com/office/drawing/2014/main" id="{0554E4FB-843D-4022-8033-20C9E873C343}"/>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4283A"/>
                </a:solidFill>
                <a:latin typeface="DejaVu Sans"/>
                <a:ea typeface="DejaVu Sans"/>
                <a:cs typeface="DejaVu Sans"/>
              </a:defRPr>
            </a:pPr>
            <a:r>
              <a:rPr sz="3225" b="1">
                <a:solidFill>
                  <a:srgbClr val="14283A"/>
                </a:solidFill>
                <a:latin typeface="DejaVu Sans"/>
                <a:ea typeface="DejaVu Sans"/>
                <a:cs typeface="DejaVu Sans"/>
              </a:rPr>
              <a:t>Le corpus</a:t>
            </a:r>
          </a:p>
        </p:txBody>
      </p:sp>
      <p:sp>
        <p:nvSpPr>
          <p:cNvPr id="3" name="">
            <a:extLst xmlns:a="http://schemas.openxmlformats.org/drawingml/2006/main">
              <a:ext uri="{FF2B5EF4-FFF2-40B4-BE49-F238E27FC236}">
                <a16:creationId xmlns:a16="http://schemas.microsoft.com/office/drawing/2014/main" id="{91ED88EF-3493-4C14-9778-8EB72D31F17B}"/>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Internet     Web     Chrome     Firefox     Google</a:t>
            </a:r>
          </a:p>
          <a:p xmlns:a="http://schemas.openxmlformats.org/drawingml/2006/main">
            <a:r>
              <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serveur     client     adresse IP     DNS     URL</a:t>
            </a:r>
          </a:p>
          <a:p xmlns:a="http://schemas.openxmlformats.org/drawingml/2006/main">
            <a:r>
              <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HTTP     Wi-Fi     routeur     HTML     Windows</a:t>
            </a:r>
          </a:p>
        </p:txBody>
      </p:sp>
    </p:spTree>
    <p:extLst>
      <p:ext uri="{BB962C8B-B14F-4D97-AF65-F5344CB8AC3E}">
        <p14:creationId xmlns:p14="http://schemas.microsoft.com/office/powerpoint/2010/main" val="1406090726"/>
      </p:ext>
    </p:extLst>
  </p:cSld>
</p:sld>
</file>

<file path=ppt/slides/slide52.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1237828-1A1A-4BE3-8D83-AE6E1D886F45}"/>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CORRECTION POSSIBLE</a:t>
            </a:r>
          </a:p>
        </p:txBody>
      </p:sp>
      <p:sp>
        <p:nvSpPr>
          <p:cNvPr id="2" name="">
            <a:extLst xmlns:a="http://schemas.openxmlformats.org/drawingml/2006/main">
              <a:ext uri="{FF2B5EF4-FFF2-40B4-BE49-F238E27FC236}">
                <a16:creationId xmlns:a16="http://schemas.microsoft.com/office/drawing/2014/main" id="{7350FC56-DCA5-46F3-B280-031473AED611}"/>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Un classement défendable</a:t>
            </a:r>
          </a:p>
        </p:txBody>
      </p:sp>
      <p:sp>
        <p:nvSpPr>
          <p:cNvPr id="3" name="">
            <a:extLst xmlns:a="http://schemas.openxmlformats.org/drawingml/2006/main">
              <a:ext uri="{FF2B5EF4-FFF2-40B4-BE49-F238E27FC236}">
                <a16:creationId xmlns:a16="http://schemas.microsoft.com/office/drawing/2014/main" id="{D2B457D4-E52D-4DB0-8B55-D34EA49AE0DB}"/>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Infrastructure et connexion : Internet, Wi-Fi, routeur, adresse IP</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Services et standards du Web : Web, URL, HTTP, HTML, DNS</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Logiciels clients : Chrome, Firefox</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Acteurs du modèle : client, serveur</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Système d’exploitation : Windows</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Service ou entreprise selon le contexte : Google</a:t>
            </a:r>
          </a:p>
        </p:txBody>
      </p:sp>
    </p:spTree>
    <p:extLst>
      <p:ext uri="{BB962C8B-B14F-4D97-AF65-F5344CB8AC3E}">
        <p14:creationId xmlns:p14="http://schemas.microsoft.com/office/powerpoint/2010/main" val="765350003"/>
      </p:ext>
    </p:extLst>
  </p:cSld>
</p:sld>
</file>

<file path=ppt/slides/slide53.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5B6F287-B8B6-47FD-87A0-FE68376ABDDB}"/>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MOT AU PROCÈS</a:t>
            </a:r>
          </a:p>
        </p:txBody>
      </p:sp>
      <p:sp>
        <p:nvSpPr>
          <p:cNvPr id="2" name="">
            <a:extLst xmlns:a="http://schemas.openxmlformats.org/drawingml/2006/main">
              <a:ext uri="{FF2B5EF4-FFF2-40B4-BE49-F238E27FC236}">
                <a16:creationId xmlns:a16="http://schemas.microsoft.com/office/drawing/2014/main" id="{B7303530-DFA9-4AD9-A751-1FAFE5DF0845}"/>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7E8"/>
                </a:solidFill>
                <a:latin typeface="DejaVu Sans"/>
                <a:ea typeface="DejaVu Sans"/>
                <a:cs typeface="DejaVu Sans"/>
              </a:defRPr>
            </a:pPr>
            <a:r>
              <a:rPr sz="3225" b="1">
                <a:solidFill>
                  <a:srgbClr val="FFF7E8"/>
                </a:solidFill>
                <a:latin typeface="DejaVu Sans"/>
                <a:ea typeface="DejaVu Sans"/>
                <a:cs typeface="DejaVu Sans"/>
              </a:rPr>
              <a:t>Où classer Google ?</a:t>
            </a:r>
          </a:p>
        </p:txBody>
      </p:sp>
      <p:sp>
        <p:nvSpPr>
          <p:cNvPr id="3" name="">
            <a:extLst xmlns:a="http://schemas.openxmlformats.org/drawingml/2006/main">
              <a:ext uri="{FF2B5EF4-FFF2-40B4-BE49-F238E27FC236}">
                <a16:creationId xmlns:a16="http://schemas.microsoft.com/office/drawing/2014/main" id="{5719ECF8-39F3-46B7-A17C-AA667D89398E}"/>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Entreprise ?</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Moteur de recherche ?</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Ensemble de services ?</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Site Web ?</a:t>
            </a:r>
          </a:p>
          <a:p xmlns:a="http://schemas.openxmlformats.org/drawingml/2006/main">
            <a:r>
              <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Votre réponse doit préciser le contexte dans lequel vous employez le mot.</a:t>
            </a:r>
          </a:p>
        </p:txBody>
      </p:sp>
    </p:spTree>
    <p:extLst>
      <p:ext uri="{BB962C8B-B14F-4D97-AF65-F5344CB8AC3E}">
        <p14:creationId xmlns:p14="http://schemas.microsoft.com/office/powerpoint/2010/main" val="1499297357"/>
      </p:ext>
    </p:extLst>
  </p:cSld>
</p:sld>
</file>

<file path=ppt/slides/slide54.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0E2EF82-8A60-4EF5-B29D-054C5A594B59}"/>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E0B44C"/>
                </a:solidFill>
                <a:latin typeface="DejaVu Sans"/>
                <a:ea typeface="DejaVu Sans"/>
                <a:cs typeface="DejaVu Sans"/>
              </a:defRPr>
            </a:pPr>
            <a:r>
              <a:rPr sz="1275" b="1" spc="2">
                <a:solidFill>
                  <a:srgbClr val="E0B44C"/>
                </a:solidFill>
                <a:latin typeface="DejaVu Sans"/>
                <a:ea typeface="DejaVu Sans"/>
                <a:cs typeface="DejaVu Sans"/>
              </a:rPr>
              <a:t>VERDICT</a:t>
            </a:r>
          </a:p>
        </p:txBody>
      </p:sp>
      <p:sp>
        <p:nvSpPr>
          <p:cNvPr id="2" name="">
            <a:extLst xmlns:a="http://schemas.openxmlformats.org/drawingml/2006/main">
              <a:ext uri="{FF2B5EF4-FFF2-40B4-BE49-F238E27FC236}">
                <a16:creationId xmlns:a16="http://schemas.microsoft.com/office/drawing/2014/main" id="{7D0886DD-0C3A-4A8D-BF40-0F55583DC58C}"/>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4283A"/>
                </a:solidFill>
                <a:latin typeface="DejaVu Sans"/>
                <a:ea typeface="DejaVu Sans"/>
                <a:cs typeface="DejaVu Sans"/>
              </a:defRPr>
            </a:pPr>
            <a:r>
              <a:rPr sz="3225" b="1">
                <a:solidFill>
                  <a:srgbClr val="14283A"/>
                </a:solidFill>
                <a:latin typeface="DejaVu Sans"/>
                <a:ea typeface="DejaVu Sans"/>
                <a:cs typeface="DejaVu Sans"/>
              </a:rPr>
              <a:t>Le contexte décide du sens précis</a:t>
            </a:r>
          </a:p>
        </p:txBody>
      </p:sp>
      <p:sp>
        <p:nvSpPr>
          <p:cNvPr id="3" name="">
            <a:extLst xmlns:a="http://schemas.openxmlformats.org/drawingml/2006/main">
              <a:ext uri="{FF2B5EF4-FFF2-40B4-BE49-F238E27FC236}">
                <a16:creationId xmlns:a16="http://schemas.microsoft.com/office/drawing/2014/main" id="{6753C893-4FCC-41FA-86D8-1BD2A7242E25}"/>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Google peut désigner une entreprise, un moteur de recherche ou plusieurs services. Le mot seul ne suffit pas toujours. Une formulation technique précise indique le sens retenu.</a:t>
            </a:r>
          </a:p>
        </p:txBody>
      </p:sp>
    </p:spTree>
    <p:extLst>
      <p:ext uri="{BB962C8B-B14F-4D97-AF65-F5344CB8AC3E}">
        <p14:creationId xmlns:p14="http://schemas.microsoft.com/office/powerpoint/2010/main" val="1484046936"/>
      </p:ext>
    </p:extLst>
  </p:cSld>
</p:sld>
</file>

<file path=ppt/slides/slide55.xml><?xml version="1.0" encoding="utf-8"?>
<p:sld xmlns:p="http://schemas.openxmlformats.org/presentationml/2006/main">
  <p:cSld>
    <p:bg>
      <p:bgPr>
        <a:solidFill xmlns:a="http://schemas.openxmlformats.org/drawingml/2006/main">
          <a:srgbClr val="1428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CE10735-AD89-4D45-873A-F555834A254E}"/>
              </a:ext>
            </a:extLst>
          </p:cNvPr>
          <p:cNvSpPr>
            <a:spLocks xmlns:a="http://schemas.openxmlformats.org/drawingml/2006/main" noGrp="1"/>
          </p:cNvSpPr>
          <p:nvPr/>
        </p:nvSpPr>
        <p:spPr>
          <a:xfrm xmlns:a="http://schemas.openxmlformats.org/drawingml/2006/main">
            <a:off x="742950" y="5905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spc="3">
                <a:solidFill>
                  <a:srgbClr val="E0B44C"/>
                </a:solidFill>
                <a:latin typeface="DejaVu Sans"/>
                <a:ea typeface="DejaVu Sans"/>
                <a:cs typeface="DejaVu Sans"/>
              </a:defRPr>
            </a:pPr>
            <a:r>
              <a:rPr sz="1350" b="1" spc="3">
                <a:solidFill>
                  <a:srgbClr val="E0B44C"/>
                </a:solidFill>
                <a:latin typeface="DejaVu Sans"/>
                <a:ea typeface="DejaVu Sans"/>
                <a:cs typeface="DejaVu Sans"/>
              </a:rPr>
              <a:t>ACTIVITÉ</a:t>
            </a:r>
          </a:p>
        </p:txBody>
      </p:sp>
      <p:sp>
        <p:nvSpPr>
          <p:cNvPr id="2" name="">
            <a:extLst xmlns:a="http://schemas.openxmlformats.org/drawingml/2006/main">
              <a:ext uri="{FF2B5EF4-FFF2-40B4-BE49-F238E27FC236}">
                <a16:creationId xmlns:a16="http://schemas.microsoft.com/office/drawing/2014/main" id="{D41DDDC8-4F61-40CD-AC3D-057769818412}"/>
              </a:ext>
            </a:extLst>
          </p:cNvPr>
          <p:cNvSpPr>
            <a:spLocks xmlns:a="http://schemas.openxmlformats.org/drawingml/2006/main" noGrp="1"/>
          </p:cNvSpPr>
          <p:nvPr/>
        </p:nvSpPr>
        <p:spPr>
          <a:xfrm xmlns:a="http://schemas.openxmlformats.org/drawingml/2006/main">
            <a:off x="723900" y="1714500"/>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050" b="1">
                <a:solidFill>
                  <a:srgbClr val="FFF7E8"/>
                </a:solidFill>
                <a:latin typeface="DejaVu Sans"/>
                <a:ea typeface="DejaVu Sans"/>
                <a:cs typeface="DejaVu Sans"/>
              </a:defRPr>
            </a:pPr>
            <a:r>
              <a:rPr sz="4050" b="1">
                <a:solidFill>
                  <a:srgbClr val="FFF7E8"/>
                </a:solidFill>
                <a:latin typeface="DejaVu Sans"/>
                <a:ea typeface="DejaVu Sans"/>
                <a:cs typeface="DejaVu Sans"/>
              </a:rPr>
              <a:t>Réactivation et histoire</a:t>
            </a:r>
          </a:p>
        </p:txBody>
      </p:sp>
      <p:sp>
        <p:nvSpPr>
          <p:cNvPr id="3" name="">
            <a:extLst xmlns:a="http://schemas.openxmlformats.org/drawingml/2006/main">
              <a:ext uri="{FF2B5EF4-FFF2-40B4-BE49-F238E27FC236}">
                <a16:creationId xmlns:a16="http://schemas.microsoft.com/office/drawing/2014/main" id="{12A8F21A-55DC-472A-B587-75A885DCA945}"/>
              </a:ext>
            </a:extLst>
          </p:cNvPr>
          <p:cNvSpPr>
            <a:spLocks xmlns:a="http://schemas.openxmlformats.org/drawingml/2006/main" noGrp="1"/>
          </p:cNvSpPr>
          <p:nvPr/>
        </p:nvSpPr>
        <p:spPr>
          <a:xfrm xmlns:a="http://schemas.openxmlformats.org/drawingml/2006/main">
            <a:off x="762000" y="323850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a:solidFill>
                  <a:srgbClr val="E8D7B8"/>
                </a:solidFill>
                <a:latin typeface="DejaVu Sans"/>
                <a:ea typeface="DejaVu Sans"/>
                <a:cs typeface="DejaVu Sans"/>
              </a:defRPr>
            </a:pPr>
            <a:r>
              <a:rPr sz="2025">
                <a:solidFill>
                  <a:srgbClr val="E8D7B8"/>
                </a:solidFill>
                <a:latin typeface="DejaVu Sans"/>
                <a:ea typeface="DejaVu Sans"/>
                <a:cs typeface="DejaVu Sans"/>
              </a:rPr>
              <a:t>Retrouver les idées du matin avant d’ajouter des repères</a:t>
            </a:r>
          </a:p>
        </p:txBody>
      </p:sp>
    </p:spTree>
    <p:extLst>
      <p:ext uri="{BB962C8B-B14F-4D97-AF65-F5344CB8AC3E}">
        <p14:creationId xmlns:p14="http://schemas.microsoft.com/office/powerpoint/2010/main" val="761983832"/>
      </p:ext>
    </p:extLst>
  </p:cSld>
</p:sld>
</file>

<file path=ppt/slides/slide56.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6DE2E0E-94BA-48E4-A381-F5251F2614EB}"/>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RÉACTIVATION</a:t>
            </a:r>
          </a:p>
        </p:txBody>
      </p:sp>
      <p:sp>
        <p:nvSpPr>
          <p:cNvPr id="2" name="">
            <a:extLst xmlns:a="http://schemas.openxmlformats.org/drawingml/2006/main">
              <a:ext uri="{FF2B5EF4-FFF2-40B4-BE49-F238E27FC236}">
                <a16:creationId xmlns:a16="http://schemas.microsoft.com/office/drawing/2014/main" id="{B9801ADF-E4AE-4BA7-A491-1B04471AE9B6}"/>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4283A"/>
                </a:solidFill>
                <a:latin typeface="DejaVu Sans"/>
                <a:ea typeface="DejaVu Sans"/>
                <a:cs typeface="DejaVu Sans"/>
              </a:defRPr>
            </a:pPr>
            <a:r>
              <a:rPr sz="3225" b="1">
                <a:solidFill>
                  <a:srgbClr val="14283A"/>
                </a:solidFill>
                <a:latin typeface="DejaVu Sans"/>
                <a:ea typeface="DejaVu Sans"/>
                <a:cs typeface="DejaVu Sans"/>
              </a:rPr>
              <a:t>Six réponses sans le cours</a:t>
            </a:r>
          </a:p>
        </p:txBody>
      </p:sp>
      <p:sp>
        <p:nvSpPr>
          <p:cNvPr id="3" name="">
            <a:extLst xmlns:a="http://schemas.openxmlformats.org/drawingml/2006/main">
              <a:ext uri="{FF2B5EF4-FFF2-40B4-BE49-F238E27FC236}">
                <a16:creationId xmlns:a16="http://schemas.microsoft.com/office/drawing/2014/main" id="{0B9C1C4C-915C-4389-A9A7-FB641BE0C41A}"/>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1. Internet et Web sont-ils synonymes ?</a:t>
            </a:r>
          </a:p>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2. Quel logiciel affiche les pages Web ?</a:t>
            </a:r>
          </a:p>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3. Qui envoie la demande dans le modèle client-serveur ?</a:t>
            </a:r>
          </a:p>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4. À quoi sert un nom de domaine ?</a:t>
            </a:r>
          </a:p>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5. Que signifie « le Web utilise Internet » ?</a:t>
            </a:r>
          </a:p>
          <a:p xmlns:a="http://schemas.openxmlformats.org/drawingml/2006/main">
            <a:pPr>
              <a:defRPr sz="1875">
                <a:solidFill>
                  <a:srgbClr val="14283A"/>
                </a:solidFill>
                <a:latin typeface="DejaVu Sans"/>
                <a:ea typeface="DejaVu Sans"/>
                <a:cs typeface="DejaVu Sans"/>
              </a:defRPr>
            </a:pPr>
            <a:r>
              <a:rPr sz="1875">
                <a:solidFill>
                  <a:srgbClr val="14283A"/>
                </a:solidFill>
                <a:latin typeface="DejaVu Sans"/>
                <a:ea typeface="DejaVu Sans"/>
                <a:cs typeface="DejaVu Sans"/>
              </a:rPr>
              <a:t>6. Citez un autre service qui utilise Internet.</a:t>
            </a:r>
          </a:p>
        </p:txBody>
      </p:sp>
    </p:spTree>
    <p:extLst>
      <p:ext uri="{BB962C8B-B14F-4D97-AF65-F5344CB8AC3E}">
        <p14:creationId xmlns:p14="http://schemas.microsoft.com/office/powerpoint/2010/main" val="1481764185"/>
      </p:ext>
    </p:extLst>
  </p:cSld>
</p:sld>
</file>

<file path=ppt/slides/slide57.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D7537AF-7414-4754-BFE0-752FA718F4CD}"/>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MISE EN COMMUN</a:t>
            </a:r>
          </a:p>
        </p:txBody>
      </p:sp>
      <p:sp>
        <p:nvSpPr>
          <p:cNvPr id="2" name="">
            <a:extLst xmlns:a="http://schemas.openxmlformats.org/drawingml/2006/main">
              <a:ext uri="{FF2B5EF4-FFF2-40B4-BE49-F238E27FC236}">
                <a16:creationId xmlns:a16="http://schemas.microsoft.com/office/drawing/2014/main" id="{21AF12A3-96B6-472E-B7AA-45FE53796A6E}"/>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Réponses attendues</a:t>
            </a:r>
          </a:p>
        </p:txBody>
      </p:sp>
      <p:sp>
        <p:nvSpPr>
          <p:cNvPr id="3" name="">
            <a:extLst xmlns:a="http://schemas.openxmlformats.org/drawingml/2006/main">
              <a:ext uri="{FF2B5EF4-FFF2-40B4-BE49-F238E27FC236}">
                <a16:creationId xmlns:a16="http://schemas.microsoft.com/office/drawing/2014/main" id="{2B5649B7-A799-4E1D-9ADD-B09C61CBB625}"/>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Internet et Web désignent deux notions distinctes. Le navigateur affiche les pages et joue le rôle de client. Le nom de domaine fournit une forme lisible pour l’humain. Les échanges Web circulent grâce à Internet. Le courriel, le jeu en ligne ou la visioconférence constituent d’autres exemples de services.</a:t>
            </a:r>
          </a:p>
        </p:txBody>
      </p:sp>
    </p:spTree>
    <p:extLst>
      <p:ext uri="{BB962C8B-B14F-4D97-AF65-F5344CB8AC3E}">
        <p14:creationId xmlns:p14="http://schemas.microsoft.com/office/powerpoint/2010/main" val="1589451350"/>
      </p:ext>
    </p:extLst>
  </p:cSld>
</p:sld>
</file>

<file path=ppt/slides/slide58.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BC5EBB8-51B7-4574-A443-7EB8EDB61C24}"/>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FRISE CHRONOLOGIQUE</a:t>
            </a:r>
          </a:p>
        </p:txBody>
      </p:sp>
      <p:sp>
        <p:nvSpPr>
          <p:cNvPr id="2" name="">
            <a:extLst xmlns:a="http://schemas.openxmlformats.org/drawingml/2006/main">
              <a:ext uri="{FF2B5EF4-FFF2-40B4-BE49-F238E27FC236}">
                <a16:creationId xmlns:a16="http://schemas.microsoft.com/office/drawing/2014/main" id="{C844E628-88F7-4A21-8313-A5D24172EE73}"/>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7E8"/>
                </a:solidFill>
                <a:latin typeface="DejaVu Sans"/>
                <a:ea typeface="DejaVu Sans"/>
                <a:cs typeface="DejaVu Sans"/>
              </a:defRPr>
            </a:pPr>
            <a:r>
              <a:rPr sz="3225" b="1">
                <a:solidFill>
                  <a:srgbClr val="FFF7E8"/>
                </a:solidFill>
                <a:latin typeface="DejaVu Sans"/>
                <a:ea typeface="DejaVu Sans"/>
                <a:cs typeface="DejaVu Sans"/>
              </a:rPr>
              <a:t>Huit événements à remettre dans l’ordre</a:t>
            </a:r>
          </a:p>
        </p:txBody>
      </p:sp>
      <p:sp>
        <p:nvSpPr>
          <p:cNvPr id="3" name="">
            <a:extLst xmlns:a="http://schemas.openxmlformats.org/drawingml/2006/main">
              <a:ext uri="{FF2B5EF4-FFF2-40B4-BE49-F238E27FC236}">
                <a16:creationId xmlns:a16="http://schemas.microsoft.com/office/drawing/2014/main" id="{785ABA77-B4D6-4427-9D04-AB825BD72ADF}"/>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Ouverture du Web au CERN     Premiers nœuds d’ARPANET</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Mosaic popularise le Web     ARPANET adopte TCP/IP</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Proposition de Tim Berners-Lee     Web mobile sur smartphone</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Essor du courrier électronique     Recherche sur la commutation de paquets</a:t>
            </a:r>
          </a:p>
        </p:txBody>
      </p:sp>
    </p:spTree>
    <p:extLst>
      <p:ext uri="{BB962C8B-B14F-4D97-AF65-F5344CB8AC3E}">
        <p14:creationId xmlns:p14="http://schemas.microsoft.com/office/powerpoint/2010/main" val="498734134"/>
      </p:ext>
    </p:extLst>
  </p:cSld>
</p:sld>
</file>

<file path=ppt/slides/slide59.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2C64504-F37D-4ED7-8BB4-95774F49836C}"/>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CORRECTION</a:t>
            </a:r>
          </a:p>
        </p:txBody>
      </p:sp>
      <p:sp>
        <p:nvSpPr>
          <p:cNvPr id="2" name="">
            <a:extLst xmlns:a="http://schemas.openxmlformats.org/drawingml/2006/main">
              <a:ext uri="{FF2B5EF4-FFF2-40B4-BE49-F238E27FC236}">
                <a16:creationId xmlns:a16="http://schemas.microsoft.com/office/drawing/2014/main" id="{86423E5B-37A0-4DAD-A282-689D08DF698D}"/>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Les principaux repères</a:t>
            </a:r>
          </a:p>
        </p:txBody>
      </p:sp>
      <p:sp>
        <p:nvSpPr>
          <p:cNvPr id="3" name="">
            <a:extLst xmlns:a="http://schemas.openxmlformats.org/drawingml/2006/main">
              <a:ext uri="{FF2B5EF4-FFF2-40B4-BE49-F238E27FC236}">
                <a16:creationId xmlns:a16="http://schemas.microsoft.com/office/drawing/2014/main" id="{168EE278-9282-4FEF-B320-618CD8D84B4B}"/>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1. Recherche sur la commutation de paquets, années 1960</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2. Premiers nœuds d’ARPANET, 1969</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3. Essor du courrier électronique, années 1970</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4. Adoption de TCP/IP, 1983</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5. Proposition de Tim Berners-Lee, 1989</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6. Ouverture du Web au CERN, 1991</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7. Mosaic, 1993</a:t>
            </a:r>
          </a:p>
          <a:p xmlns:a="http://schemas.openxmlformats.org/drawingml/2006/main">
            <a:pPr>
              <a:defRPr sz="1875">
                <a:solidFill>
                  <a:srgbClr val="FFFFFF"/>
                </a:solidFill>
                <a:latin typeface="DejaVu Sans"/>
                <a:ea typeface="DejaVu Sans"/>
                <a:cs typeface="DejaVu Sans"/>
              </a:defRPr>
            </a:pPr>
            <a:r>
              <a:rPr sz="1875">
                <a:solidFill>
                  <a:srgbClr val="FFFFFF"/>
                </a:solidFill>
                <a:latin typeface="DejaVu Sans"/>
                <a:ea typeface="DejaVu Sans"/>
                <a:cs typeface="DejaVu Sans"/>
              </a:rPr>
              <a:t>8. Web mobile, années 2000 et 2010</a:t>
            </a:r>
          </a:p>
        </p:txBody>
      </p:sp>
    </p:spTree>
    <p:extLst>
      <p:ext uri="{BB962C8B-B14F-4D97-AF65-F5344CB8AC3E}">
        <p14:creationId xmlns:p14="http://schemas.microsoft.com/office/powerpoint/2010/main" val="467978929"/>
      </p:ext>
    </p:extLst>
  </p:cSld>
</p:sld>
</file>

<file path=ppt/slides/slide60.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A39791C-980A-4D2C-87F9-2C994905D740}"/>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E0B44C"/>
                </a:solidFill>
                <a:latin typeface="DejaVu Sans"/>
                <a:ea typeface="DejaVu Sans"/>
                <a:cs typeface="DejaVu Sans"/>
              </a:defRPr>
            </a:pPr>
            <a:r>
              <a:rPr sz="1275" b="1" spc="2">
                <a:solidFill>
                  <a:srgbClr val="E0B44C"/>
                </a:solidFill>
                <a:latin typeface="DejaVu Sans"/>
                <a:ea typeface="DejaVu Sans"/>
                <a:cs typeface="DejaVu Sans"/>
              </a:rPr>
              <a:t>DNS</a:t>
            </a:r>
          </a:p>
        </p:txBody>
      </p:sp>
      <p:sp>
        <p:nvSpPr>
          <p:cNvPr id="2" name="">
            <a:extLst xmlns:a="http://schemas.openxmlformats.org/drawingml/2006/main">
              <a:ext uri="{FF2B5EF4-FFF2-40B4-BE49-F238E27FC236}">
                <a16:creationId xmlns:a16="http://schemas.microsoft.com/office/drawing/2014/main" id="{9F4C4BEC-BD69-4822-A78D-C6C1DCDBF551}"/>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4283A"/>
                </a:solidFill>
                <a:latin typeface="DejaVu Sans"/>
                <a:ea typeface="DejaVu Sans"/>
                <a:cs typeface="DejaVu Sans"/>
              </a:defRPr>
            </a:pPr>
            <a:r>
              <a:rPr sz="3225" b="1">
                <a:solidFill>
                  <a:srgbClr val="14283A"/>
                </a:solidFill>
                <a:latin typeface="DejaVu Sans"/>
                <a:ea typeface="DejaVu Sans"/>
                <a:cs typeface="DejaVu Sans"/>
              </a:rPr>
              <a:t>Pourquoi parle-t-on d’un annuaire ?</a:t>
            </a:r>
          </a:p>
        </p:txBody>
      </p:sp>
      <p:sp>
        <p:nvSpPr>
          <p:cNvPr id="3" name="">
            <a:extLst xmlns:a="http://schemas.openxmlformats.org/drawingml/2006/main">
              <a:ext uri="{FF2B5EF4-FFF2-40B4-BE49-F238E27FC236}">
                <a16:creationId xmlns:a16="http://schemas.microsoft.com/office/drawing/2014/main" id="{0A56FAA1-E022-4B12-A793-394B22FFD955}"/>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En binôme, formulez une idée que cette comparaison aide à comprendre, puis une limite de l’image.</a:t>
            </a:r>
          </a:p>
          <a:p xmlns:a="http://schemas.openxmlformats.org/drawingml/2006/main">
            <a:r>
              <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Vous disposez de trois minutes.</a:t>
            </a:r>
          </a:p>
        </p:txBody>
      </p:sp>
    </p:spTree>
    <p:extLst>
      <p:ext uri="{BB962C8B-B14F-4D97-AF65-F5344CB8AC3E}">
        <p14:creationId xmlns:p14="http://schemas.microsoft.com/office/powerpoint/2010/main" val="582724169"/>
      </p:ext>
    </p:extLst>
  </p:cSld>
</p:sld>
</file>

<file path=ppt/slides/slide61.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F64E5A4-274F-4558-BE0B-312132A25E24}"/>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CORRECTION</a:t>
            </a:r>
          </a:p>
        </p:txBody>
      </p:sp>
      <p:sp>
        <p:nvSpPr>
          <p:cNvPr id="2" name="">
            <a:extLst xmlns:a="http://schemas.openxmlformats.org/drawingml/2006/main">
              <a:ext uri="{FF2B5EF4-FFF2-40B4-BE49-F238E27FC236}">
                <a16:creationId xmlns:a16="http://schemas.microsoft.com/office/drawing/2014/main" id="{EC0DB6B8-A01B-451E-91B4-4076A68AB4B3}"/>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Une analogie utile mais incomplète</a:t>
            </a:r>
          </a:p>
        </p:txBody>
      </p:sp>
      <p:sp>
        <p:nvSpPr>
          <p:cNvPr id="3" name="">
            <a:extLst xmlns:a="http://schemas.openxmlformats.org/drawingml/2006/main">
              <a:ext uri="{FF2B5EF4-FFF2-40B4-BE49-F238E27FC236}">
                <a16:creationId xmlns:a16="http://schemas.microsoft.com/office/drawing/2014/main" id="{25329357-0CD8-4089-81AD-E9633B5A3F10}"/>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L’annuaire aide à comprendre le passage d’un nom mémorisable vers une information permettant de joindre une destination.</a:t>
            </a:r>
          </a:p>
          <a:p xmlns:a="http://schemas.openxmlformats.org/drawingml/2006/main">
            <a:r>
              <a:t/>
            </a:r>
          </a:p>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Le DNS reste toutefois un système distribué et hiérarchique, avec plusieurs types d’enregistrements et des mécanismes de cache.</a:t>
            </a:r>
          </a:p>
        </p:txBody>
      </p:sp>
    </p:spTree>
    <p:extLst>
      <p:ext uri="{BB962C8B-B14F-4D97-AF65-F5344CB8AC3E}">
        <p14:creationId xmlns:p14="http://schemas.microsoft.com/office/powerpoint/2010/main" val="136653922"/>
      </p:ext>
    </p:extLst>
  </p:cSld>
</p:sld>
</file>

<file path=ppt/slides/slide62.xml><?xml version="1.0" encoding="utf-8"?>
<p:sld xmlns:p="http://schemas.openxmlformats.org/presentationml/2006/main">
  <p:cSld>
    <p:bg>
      <p:bgPr>
        <a:solidFill xmlns:a="http://schemas.openxmlformats.org/drawingml/2006/main">
          <a:srgbClr val="1428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3B08F9C-5F42-4C27-A905-821BFF8E273A}"/>
              </a:ext>
            </a:extLst>
          </p:cNvPr>
          <p:cNvSpPr>
            <a:spLocks xmlns:a="http://schemas.openxmlformats.org/drawingml/2006/main" noGrp="1"/>
          </p:cNvSpPr>
          <p:nvPr/>
        </p:nvSpPr>
        <p:spPr>
          <a:xfrm xmlns:a="http://schemas.openxmlformats.org/drawingml/2006/main">
            <a:off x="742950" y="5905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spc="3">
                <a:solidFill>
                  <a:srgbClr val="48D6C5"/>
                </a:solidFill>
                <a:latin typeface="DejaVu Sans"/>
                <a:ea typeface="DejaVu Sans"/>
                <a:cs typeface="DejaVu Sans"/>
              </a:defRPr>
            </a:pPr>
            <a:r>
              <a:rPr sz="1350" b="1" spc="3">
                <a:solidFill>
                  <a:srgbClr val="48D6C5"/>
                </a:solidFill>
                <a:latin typeface="DejaVu Sans"/>
                <a:ea typeface="DejaVu Sans"/>
                <a:cs typeface="DejaVu Sans"/>
              </a:rPr>
              <a:t>ACTIVITÉ</a:t>
            </a:r>
          </a:p>
        </p:txBody>
      </p:sp>
      <p:sp>
        <p:nvSpPr>
          <p:cNvPr id="2" name="">
            <a:extLst xmlns:a="http://schemas.openxmlformats.org/drawingml/2006/main">
              <a:ext uri="{FF2B5EF4-FFF2-40B4-BE49-F238E27FC236}">
                <a16:creationId xmlns:a16="http://schemas.microsoft.com/office/drawing/2014/main" id="{FB1C597B-A1F7-48B2-A168-0B28189A4274}"/>
              </a:ext>
            </a:extLst>
          </p:cNvPr>
          <p:cNvSpPr>
            <a:spLocks xmlns:a="http://schemas.openxmlformats.org/drawingml/2006/main" noGrp="1"/>
          </p:cNvSpPr>
          <p:nvPr/>
        </p:nvSpPr>
        <p:spPr>
          <a:xfrm xmlns:a="http://schemas.openxmlformats.org/drawingml/2006/main">
            <a:off x="723900" y="1714500"/>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050" b="1">
                <a:solidFill>
                  <a:srgbClr val="FFF7E8"/>
                </a:solidFill>
                <a:latin typeface="DejaVu Sans"/>
                <a:ea typeface="DejaVu Sans"/>
                <a:cs typeface="DejaVu Sans"/>
              </a:defRPr>
            </a:pPr>
            <a:r>
              <a:rPr sz="4050" b="1">
                <a:solidFill>
                  <a:srgbClr val="FFF7E8"/>
                </a:solidFill>
                <a:latin typeface="DejaVu Sans"/>
                <a:ea typeface="DejaVu Sans"/>
                <a:cs typeface="DejaVu Sans"/>
              </a:rPr>
              <a:t>URL, client, serveur et HTTP</a:t>
            </a:r>
          </a:p>
        </p:txBody>
      </p:sp>
      <p:sp>
        <p:nvSpPr>
          <p:cNvPr id="3" name="">
            <a:extLst xmlns:a="http://schemas.openxmlformats.org/drawingml/2006/main">
              <a:ext uri="{FF2B5EF4-FFF2-40B4-BE49-F238E27FC236}">
                <a16:creationId xmlns:a16="http://schemas.microsoft.com/office/drawing/2014/main" id="{5F037256-5F87-46AA-9297-3B5654F98E52}"/>
              </a:ext>
            </a:extLst>
          </p:cNvPr>
          <p:cNvSpPr>
            <a:spLocks xmlns:a="http://schemas.openxmlformats.org/drawingml/2006/main" noGrp="1"/>
          </p:cNvSpPr>
          <p:nvPr/>
        </p:nvSpPr>
        <p:spPr>
          <a:xfrm xmlns:a="http://schemas.openxmlformats.org/drawingml/2006/main">
            <a:off x="762000" y="323850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a:solidFill>
                  <a:srgbClr val="E8D7B8"/>
                </a:solidFill>
                <a:latin typeface="DejaVu Sans"/>
                <a:ea typeface="DejaVu Sans"/>
                <a:cs typeface="DejaVu Sans"/>
              </a:defRPr>
            </a:pPr>
            <a:r>
              <a:rPr sz="2025">
                <a:solidFill>
                  <a:srgbClr val="E8D7B8"/>
                </a:solidFill>
                <a:latin typeface="DejaVu Sans"/>
                <a:ea typeface="DejaVu Sans"/>
                <a:cs typeface="DejaVu Sans"/>
              </a:rPr>
              <a:t>Lire une adresse puis diagnostiquer une réponse</a:t>
            </a:r>
          </a:p>
        </p:txBody>
      </p:sp>
    </p:spTree>
    <p:extLst>
      <p:ext uri="{BB962C8B-B14F-4D97-AF65-F5344CB8AC3E}">
        <p14:creationId xmlns:p14="http://schemas.microsoft.com/office/powerpoint/2010/main" val="2100775086"/>
      </p:ext>
    </p:extLst>
  </p:cSld>
</p:sld>
</file>

<file path=ppt/slides/slide63.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1698C82-BC09-4C34-ADDF-C58B65498A30}"/>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DÉTECTIVE URL</a:t>
            </a:r>
          </a:p>
        </p:txBody>
      </p:sp>
      <p:sp>
        <p:nvSpPr>
          <p:cNvPr id="2" name="">
            <a:extLst xmlns:a="http://schemas.openxmlformats.org/drawingml/2006/main">
              <a:ext uri="{FF2B5EF4-FFF2-40B4-BE49-F238E27FC236}">
                <a16:creationId xmlns:a16="http://schemas.microsoft.com/office/drawing/2014/main" id="{8E208591-33A4-4805-B3BA-84E85CAD6E5E}"/>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7E8"/>
                </a:solidFill>
                <a:latin typeface="DejaVu Sans"/>
                <a:ea typeface="DejaVu Sans"/>
                <a:cs typeface="DejaVu Sans"/>
              </a:defRPr>
            </a:pPr>
            <a:r>
              <a:rPr sz="3225" b="1">
                <a:solidFill>
                  <a:srgbClr val="FFF7E8"/>
                </a:solidFill>
                <a:latin typeface="DejaVu Sans"/>
                <a:ea typeface="DejaVu Sans"/>
                <a:cs typeface="DejaVu Sans"/>
              </a:rPr>
              <a:t>https://www.exemple.fr/formation/bts-sio/index.html</a:t>
            </a:r>
          </a:p>
        </p:txBody>
      </p:sp>
      <p:sp>
        <p:nvSpPr>
          <p:cNvPr id="3" name="">
            <a:extLst xmlns:a="http://schemas.openxmlformats.org/drawingml/2006/main">
              <a:ext uri="{FF2B5EF4-FFF2-40B4-BE49-F238E27FC236}">
                <a16:creationId xmlns:a16="http://schemas.microsoft.com/office/drawing/2014/main" id="{D3BC6E32-99BC-4C54-A5BA-DF2E812DF3A3}"/>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Repérez le schéma, le nom d’hôte, le chemin et le nom probable du fichier.</a:t>
            </a:r>
          </a:p>
          <a:p xmlns:a="http://schemas.openxmlformats.org/drawingml/2006/main">
            <a:r>
              <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Inventez ensuite une URL plausible pour le fichier contact.html placé dans le dossier pages du même site.</a:t>
            </a:r>
          </a:p>
        </p:txBody>
      </p:sp>
    </p:spTree>
    <p:extLst>
      <p:ext uri="{BB962C8B-B14F-4D97-AF65-F5344CB8AC3E}">
        <p14:creationId xmlns:p14="http://schemas.microsoft.com/office/powerpoint/2010/main" val="1356507722"/>
      </p:ext>
    </p:extLst>
  </p:cSld>
</p:sld>
</file>

<file path=ppt/slides/slide64.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9BF1ED9-5214-45E2-83CC-83BA93C8359D}"/>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CORRECTION</a:t>
            </a:r>
          </a:p>
        </p:txBody>
      </p:sp>
      <p:sp>
        <p:nvSpPr>
          <p:cNvPr id="2" name="">
            <a:extLst xmlns:a="http://schemas.openxmlformats.org/drawingml/2006/main">
              <a:ext uri="{FF2B5EF4-FFF2-40B4-BE49-F238E27FC236}">
                <a16:creationId xmlns:a16="http://schemas.microsoft.com/office/drawing/2014/main" id="{CE59C3A0-B892-4FAE-85A3-086C2FD6DB20}"/>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Les éléments de l’URL</a:t>
            </a:r>
          </a:p>
        </p:txBody>
      </p:sp>
      <p:sp>
        <p:nvSpPr>
          <p:cNvPr id="3" name="">
            <a:extLst xmlns:a="http://schemas.openxmlformats.org/drawingml/2006/main">
              <a:ext uri="{FF2B5EF4-FFF2-40B4-BE49-F238E27FC236}">
                <a16:creationId xmlns:a16="http://schemas.microsoft.com/office/drawing/2014/main" id="{765D3799-152E-45D4-9FA1-613F3C4576FC}"/>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Schéma : https</a:t>
            </a:r>
          </a:p>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Nom d’hôte : www.exemple.fr</a:t>
            </a:r>
          </a:p>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Chemin : /formation/bts-sio/index.html</a:t>
            </a:r>
          </a:p>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Nom probable du fichier : index.html</a:t>
            </a:r>
          </a:p>
          <a:p xmlns:a="http://schemas.openxmlformats.org/drawingml/2006/main">
            <a:r>
              <a:t/>
            </a:r>
          </a:p>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Exemple : https://www.exemple.fr/pages/contact.html</a:t>
            </a:r>
          </a:p>
        </p:txBody>
      </p:sp>
    </p:spTree>
    <p:extLst>
      <p:ext uri="{BB962C8B-B14F-4D97-AF65-F5344CB8AC3E}">
        <p14:creationId xmlns:p14="http://schemas.microsoft.com/office/powerpoint/2010/main" val="657575701"/>
      </p:ext>
    </p:extLst>
  </p:cSld>
</p:sld>
</file>

<file path=ppt/slides/slide65.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0E97506-9B20-418A-B564-95D1EB8FABE0}"/>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E0B44C"/>
                </a:solidFill>
                <a:latin typeface="DejaVu Sans"/>
                <a:ea typeface="DejaVu Sans"/>
                <a:cs typeface="DejaVu Sans"/>
              </a:defRPr>
            </a:pPr>
            <a:r>
              <a:rPr sz="1275" b="1" spc="2">
                <a:solidFill>
                  <a:srgbClr val="E0B44C"/>
                </a:solidFill>
                <a:latin typeface="DejaVu Sans"/>
                <a:ea typeface="DejaVu Sans"/>
                <a:cs typeface="DejaVu Sans"/>
              </a:rPr>
              <a:t>CLIENT OU SERVEUR ?</a:t>
            </a:r>
          </a:p>
        </p:txBody>
      </p:sp>
      <p:sp>
        <p:nvSpPr>
          <p:cNvPr id="2" name="">
            <a:extLst xmlns:a="http://schemas.openxmlformats.org/drawingml/2006/main">
              <a:ext uri="{FF2B5EF4-FFF2-40B4-BE49-F238E27FC236}">
                <a16:creationId xmlns:a16="http://schemas.microsoft.com/office/drawing/2014/main" id="{46753F27-934C-47D2-A045-D25EA287EB7B}"/>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4283A"/>
                </a:solidFill>
                <a:latin typeface="DejaVu Sans"/>
                <a:ea typeface="DejaVu Sans"/>
                <a:cs typeface="DejaVu Sans"/>
              </a:defRPr>
            </a:pPr>
            <a:r>
              <a:rPr sz="3225" b="1">
                <a:solidFill>
                  <a:srgbClr val="14283A"/>
                </a:solidFill>
                <a:latin typeface="DejaVu Sans"/>
                <a:ea typeface="DejaVu Sans"/>
                <a:cs typeface="DejaVu Sans"/>
              </a:rPr>
              <a:t>Quatre rôles à attribuer</a:t>
            </a:r>
          </a:p>
        </p:txBody>
      </p:sp>
      <p:sp>
        <p:nvSpPr>
          <p:cNvPr id="3" name="">
            <a:extLst xmlns:a="http://schemas.openxmlformats.org/drawingml/2006/main">
              <a:ext uri="{FF2B5EF4-FFF2-40B4-BE49-F238E27FC236}">
                <a16:creationId xmlns:a16="http://schemas.microsoft.com/office/drawing/2014/main" id="{078BDFE2-C39D-44FB-89F7-CB80F1505287}"/>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1. Il envoie une demande de page.</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2. Il reçoit une requête et produit une réponse.</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3. Firefox joue ce rôle dans notre exemple.</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4. Il peut héberger les fichiers d’un site.</a:t>
            </a:r>
          </a:p>
        </p:txBody>
      </p:sp>
    </p:spTree>
    <p:extLst>
      <p:ext uri="{BB962C8B-B14F-4D97-AF65-F5344CB8AC3E}">
        <p14:creationId xmlns:p14="http://schemas.microsoft.com/office/powerpoint/2010/main" val="523452625"/>
      </p:ext>
    </p:extLst>
  </p:cSld>
</p:sld>
</file>

<file path=ppt/slides/slide66.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C39CE8B-EAD0-4841-97BF-6F54A355B20F}"/>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CORRECTION</a:t>
            </a:r>
          </a:p>
        </p:txBody>
      </p:sp>
      <p:sp>
        <p:nvSpPr>
          <p:cNvPr id="2" name="">
            <a:extLst xmlns:a="http://schemas.openxmlformats.org/drawingml/2006/main">
              <a:ext uri="{FF2B5EF4-FFF2-40B4-BE49-F238E27FC236}">
                <a16:creationId xmlns:a16="http://schemas.microsoft.com/office/drawing/2014/main" id="{C6C41D73-7A63-40E4-802A-5C1F5BB84850}"/>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Client, serveur, client, serveur</a:t>
            </a:r>
          </a:p>
        </p:txBody>
      </p:sp>
      <p:sp>
        <p:nvSpPr>
          <p:cNvPr id="3" name="">
            <a:extLst xmlns:a="http://schemas.openxmlformats.org/drawingml/2006/main">
              <a:ext uri="{FF2B5EF4-FFF2-40B4-BE49-F238E27FC236}">
                <a16:creationId xmlns:a16="http://schemas.microsoft.com/office/drawing/2014/main" id="{53F0FDE4-17CD-42ED-AD11-EC7C40A8194D}"/>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Le client initie la demande. Le serveur reçoit la requête et produit une réponse. Dans notre exemple, Firefox constitue le client HTTP et le serveur héberge ou génère les ressources.</a:t>
            </a:r>
          </a:p>
        </p:txBody>
      </p:sp>
    </p:spTree>
    <p:extLst>
      <p:ext uri="{BB962C8B-B14F-4D97-AF65-F5344CB8AC3E}">
        <p14:creationId xmlns:p14="http://schemas.microsoft.com/office/powerpoint/2010/main" val="903237147"/>
      </p:ext>
    </p:extLst>
  </p:cSld>
</p:sld>
</file>

<file path=ppt/slides/slide67.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DD325AF-2858-4685-A51A-9C378FE763E4}"/>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DIAGNOSTIC HTTP</a:t>
            </a:r>
          </a:p>
        </p:txBody>
      </p:sp>
      <p:sp>
        <p:nvSpPr>
          <p:cNvPr id="2" name="">
            <a:extLst xmlns:a="http://schemas.openxmlformats.org/drawingml/2006/main">
              <a:ext uri="{FF2B5EF4-FFF2-40B4-BE49-F238E27FC236}">
                <a16:creationId xmlns:a16="http://schemas.microsoft.com/office/drawing/2014/main" id="{A4BBEF23-2EB9-4B3E-AF59-27D035ACE31D}"/>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7E8"/>
                </a:solidFill>
                <a:latin typeface="DejaVu Sans"/>
                <a:ea typeface="DejaVu Sans"/>
                <a:cs typeface="DejaVu Sans"/>
              </a:defRPr>
            </a:pPr>
            <a:r>
              <a:rPr sz="3225" b="1">
                <a:solidFill>
                  <a:srgbClr val="FFF7E8"/>
                </a:solidFill>
                <a:latin typeface="DejaVu Sans"/>
                <a:ea typeface="DejaVu Sans"/>
                <a:cs typeface="DejaVu Sans"/>
              </a:rPr>
              <a:t>Quel code choisir ?</a:t>
            </a:r>
          </a:p>
        </p:txBody>
      </p:sp>
      <p:sp>
        <p:nvSpPr>
          <p:cNvPr id="3" name="">
            <a:extLst xmlns:a="http://schemas.openxmlformats.org/drawingml/2006/main">
              <a:ext uri="{FF2B5EF4-FFF2-40B4-BE49-F238E27FC236}">
                <a16:creationId xmlns:a16="http://schemas.microsoft.com/office/drawing/2014/main" id="{73560D0C-E09F-4DFE-84CF-D92CDAB1D5BD}"/>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A. La page existe et arrive correctement.</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B. La ressource /ancien-menu.html n’existe pas.</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C. Une erreur interne empêche le traitement normal.</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D. La page d’accueil demandée est renvoyée.</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E. L’application rencontre une erreur pendant la réponse.</a:t>
            </a:r>
          </a:p>
        </p:txBody>
      </p:sp>
    </p:spTree>
    <p:extLst>
      <p:ext uri="{BB962C8B-B14F-4D97-AF65-F5344CB8AC3E}">
        <p14:creationId xmlns:p14="http://schemas.microsoft.com/office/powerpoint/2010/main" val="2029624483"/>
      </p:ext>
    </p:extLst>
  </p:cSld>
</p:sld>
</file>

<file path=ppt/slides/slide68.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10D3513-D21F-4C01-924A-1096C906C72D}"/>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CORRECTION</a:t>
            </a:r>
          </a:p>
        </p:txBody>
      </p:sp>
      <p:sp>
        <p:nvSpPr>
          <p:cNvPr id="2" name="">
            <a:extLst xmlns:a="http://schemas.openxmlformats.org/drawingml/2006/main">
              <a:ext uri="{FF2B5EF4-FFF2-40B4-BE49-F238E27FC236}">
                <a16:creationId xmlns:a16="http://schemas.microsoft.com/office/drawing/2014/main" id="{944951D4-389F-468E-90C0-1C846D4B7F15}"/>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200, 404 et 500</a:t>
            </a:r>
          </a:p>
        </p:txBody>
      </p:sp>
      <p:sp>
        <p:nvSpPr>
          <p:cNvPr id="3" name="">
            <a:extLst xmlns:a="http://schemas.openxmlformats.org/drawingml/2006/main">
              <a:ext uri="{FF2B5EF4-FFF2-40B4-BE49-F238E27FC236}">
                <a16:creationId xmlns:a16="http://schemas.microsoft.com/office/drawing/2014/main" id="{F3B834C3-1779-42AD-B2AF-9FBFC02B9C25}"/>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A : 200</a:t>
            </a:r>
          </a:p>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B : 404</a:t>
            </a:r>
          </a:p>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C : 500</a:t>
            </a:r>
          </a:p>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D : 200</a:t>
            </a:r>
          </a:p>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E : 500</a:t>
            </a:r>
          </a:p>
          <a:p xmlns:a="http://schemas.openxmlformats.org/drawingml/2006/main">
            <a:r>
              <a:t/>
            </a:r>
          </a:p>
          <a:p xmlns:a="http://schemas.openxmlformats.org/drawingml/2006/main">
            <a:pPr>
              <a:defRPr sz="2175">
                <a:solidFill>
                  <a:srgbClr val="FFFFFF"/>
                </a:solidFill>
                <a:latin typeface="DejaVu Sans"/>
                <a:ea typeface="DejaVu Sans"/>
                <a:cs typeface="DejaVu Sans"/>
              </a:defRPr>
            </a:pPr>
            <a:r>
              <a:rPr sz="2175">
                <a:solidFill>
                  <a:srgbClr val="FFFFFF"/>
                </a:solidFill>
                <a:latin typeface="DejaVu Sans"/>
                <a:ea typeface="DejaVu Sans"/>
                <a:cs typeface="DejaVu Sans"/>
              </a:rPr>
              <a:t>404 signifie que la ressource demandée reste introuvable. 500 indique une erreur interne du serveur.</a:t>
            </a:r>
          </a:p>
        </p:txBody>
      </p:sp>
    </p:spTree>
    <p:extLst>
      <p:ext uri="{BB962C8B-B14F-4D97-AF65-F5344CB8AC3E}">
        <p14:creationId xmlns:p14="http://schemas.microsoft.com/office/powerpoint/2010/main" val="849424638"/>
      </p:ext>
    </p:extLst>
  </p:cSld>
</p:sld>
</file>

<file path=ppt/slides/slide69.xml><?xml version="1.0" encoding="utf-8"?>
<p:sld xmlns:p="http://schemas.openxmlformats.org/presentationml/2006/main">
  <p:cSld>
    <p:bg>
      <p:bgPr>
        <a:solidFill xmlns:a="http://schemas.openxmlformats.org/drawingml/2006/main">
          <a:srgbClr val="1428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8E247A2-A4F7-473C-A74C-3F800AE734B8}"/>
              </a:ext>
            </a:extLst>
          </p:cNvPr>
          <p:cNvSpPr>
            <a:spLocks xmlns:a="http://schemas.openxmlformats.org/drawingml/2006/main" noGrp="1"/>
          </p:cNvSpPr>
          <p:nvPr/>
        </p:nvSpPr>
        <p:spPr>
          <a:xfrm xmlns:a="http://schemas.openxmlformats.org/drawingml/2006/main">
            <a:off x="742950" y="5905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spc="3">
                <a:solidFill>
                  <a:srgbClr val="FF8F70"/>
                </a:solidFill>
                <a:latin typeface="DejaVu Sans"/>
                <a:ea typeface="DejaVu Sans"/>
                <a:cs typeface="DejaVu Sans"/>
              </a:defRPr>
            </a:pPr>
            <a:r>
              <a:rPr sz="1350" b="1" spc="3">
                <a:solidFill>
                  <a:srgbClr val="FF8F70"/>
                </a:solidFill>
                <a:latin typeface="DejaVu Sans"/>
                <a:ea typeface="DejaVu Sans"/>
                <a:cs typeface="DejaVu Sans"/>
              </a:rPr>
              <a:t>ACTIVITÉ</a:t>
            </a:r>
          </a:p>
        </p:txBody>
      </p:sp>
      <p:sp>
        <p:nvSpPr>
          <p:cNvPr id="2" name="">
            <a:extLst xmlns:a="http://schemas.openxmlformats.org/drawingml/2006/main">
              <a:ext uri="{FF2B5EF4-FFF2-40B4-BE49-F238E27FC236}">
                <a16:creationId xmlns:a16="http://schemas.microsoft.com/office/drawing/2014/main" id="{1AA33760-D654-4E6D-8843-74E5F89C008F}"/>
              </a:ext>
            </a:extLst>
          </p:cNvPr>
          <p:cNvSpPr>
            <a:spLocks xmlns:a="http://schemas.openxmlformats.org/drawingml/2006/main" noGrp="1"/>
          </p:cNvSpPr>
          <p:nvPr/>
        </p:nvSpPr>
        <p:spPr>
          <a:xfrm xmlns:a="http://schemas.openxmlformats.org/drawingml/2006/main">
            <a:off x="723900" y="1714500"/>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050" b="1">
                <a:solidFill>
                  <a:srgbClr val="FFF7E8"/>
                </a:solidFill>
                <a:latin typeface="DejaVu Sans"/>
                <a:ea typeface="DejaVu Sans"/>
                <a:cs typeface="DejaVu Sans"/>
              </a:defRPr>
            </a:pPr>
            <a:r>
              <a:rPr sz="4050" b="1">
                <a:solidFill>
                  <a:srgbClr val="FFF7E8"/>
                </a:solidFill>
                <a:latin typeface="DejaVu Sans"/>
                <a:ea typeface="DejaVu Sans"/>
                <a:cs typeface="DejaVu Sans"/>
              </a:rPr>
              <a:t>Le Web humain</a:t>
            </a:r>
          </a:p>
        </p:txBody>
      </p:sp>
      <p:sp>
        <p:nvSpPr>
          <p:cNvPr id="3" name="">
            <a:extLst xmlns:a="http://schemas.openxmlformats.org/drawingml/2006/main">
              <a:ext uri="{FF2B5EF4-FFF2-40B4-BE49-F238E27FC236}">
                <a16:creationId xmlns:a16="http://schemas.microsoft.com/office/drawing/2014/main" id="{AC9C1D03-7753-472F-8ACD-2A9EE9D7DFC8}"/>
              </a:ext>
            </a:extLst>
          </p:cNvPr>
          <p:cNvSpPr>
            <a:spLocks xmlns:a="http://schemas.openxmlformats.org/drawingml/2006/main" noGrp="1"/>
          </p:cNvSpPr>
          <p:nvPr/>
        </p:nvSpPr>
        <p:spPr>
          <a:xfrm xmlns:a="http://schemas.openxmlformats.org/drawingml/2006/main">
            <a:off x="762000" y="323850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a:solidFill>
                  <a:srgbClr val="E8D7B8"/>
                </a:solidFill>
                <a:latin typeface="DejaVu Sans"/>
                <a:ea typeface="DejaVu Sans"/>
                <a:cs typeface="DejaVu Sans"/>
              </a:defRPr>
            </a:pPr>
            <a:r>
              <a:rPr sz="2025">
                <a:solidFill>
                  <a:srgbClr val="E8D7B8"/>
                </a:solidFill>
                <a:latin typeface="DejaVu Sans"/>
                <a:ea typeface="DejaVu Sans"/>
                <a:cs typeface="DejaVu Sans"/>
              </a:rPr>
              <a:t>Un jeu de rôles transformé en enquête collective</a:t>
            </a:r>
          </a:p>
        </p:txBody>
      </p:sp>
    </p:spTree>
    <p:extLst>
      <p:ext uri="{BB962C8B-B14F-4D97-AF65-F5344CB8AC3E}">
        <p14:creationId xmlns:p14="http://schemas.microsoft.com/office/powerpoint/2010/main" val="1829466701"/>
      </p:ext>
    </p:extLst>
  </p:cSld>
</p:sld>
</file>

<file path=ppt/slides/slide70.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48020E8-4C41-4A37-85E2-9C63B2E9F83D}"/>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E0B44C"/>
                </a:solidFill>
                <a:latin typeface="DejaVu Sans"/>
                <a:ea typeface="DejaVu Sans"/>
                <a:cs typeface="DejaVu Sans"/>
              </a:defRPr>
            </a:pPr>
            <a:r>
              <a:rPr sz="1275" b="1" spc="2">
                <a:solidFill>
                  <a:srgbClr val="E0B44C"/>
                </a:solidFill>
                <a:latin typeface="DejaVu Sans"/>
                <a:ea typeface="DejaVu Sans"/>
                <a:cs typeface="DejaVu Sans"/>
              </a:rPr>
              <a:t>MISE EN PLACE</a:t>
            </a:r>
          </a:p>
        </p:txBody>
      </p:sp>
      <p:sp>
        <p:nvSpPr>
          <p:cNvPr id="2" name="">
            <a:extLst xmlns:a="http://schemas.openxmlformats.org/drawingml/2006/main">
              <a:ext uri="{FF2B5EF4-FFF2-40B4-BE49-F238E27FC236}">
                <a16:creationId xmlns:a16="http://schemas.microsoft.com/office/drawing/2014/main" id="{EDCA4FC6-AC6C-4E69-B95B-3587684C114F}"/>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4283A"/>
                </a:solidFill>
                <a:latin typeface="DejaVu Sans"/>
                <a:ea typeface="DejaVu Sans"/>
                <a:cs typeface="DejaVu Sans"/>
              </a:defRPr>
            </a:pPr>
            <a:r>
              <a:rPr sz="3225" b="1">
                <a:solidFill>
                  <a:srgbClr val="14283A"/>
                </a:solidFill>
                <a:latin typeface="DejaVu Sans"/>
                <a:ea typeface="DejaVu Sans"/>
                <a:cs typeface="DejaVu Sans"/>
              </a:rPr>
              <a:t>Huit acteurs et des équipes d’enquêteurs</a:t>
            </a:r>
          </a:p>
        </p:txBody>
      </p:sp>
      <p:sp>
        <p:nvSpPr>
          <p:cNvPr id="3" name="">
            <a:extLst xmlns:a="http://schemas.openxmlformats.org/drawingml/2006/main">
              <a:ext uri="{FF2B5EF4-FFF2-40B4-BE49-F238E27FC236}">
                <a16:creationId xmlns:a16="http://schemas.microsoft.com/office/drawing/2014/main" id="{C739477A-2CA2-4F79-86B0-E12259AAC7F7}"/>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Huit volontaires reçoivent les rôles et les messages imprimés.</a:t>
            </a:r>
          </a:p>
          <a:p xmlns:a="http://schemas.openxmlformats.org/drawingml/2006/main">
            <a:r>
              <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Les autres étudiants forment des équipes de trois ou quatre enquêteurs.</a:t>
            </a:r>
          </a:p>
          <a:p xmlns:a="http://schemas.openxmlformats.org/drawingml/2006/main">
            <a:r>
              <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Chaque équipe observe le trajet, puis rédige un diagnostic avant la mise en commun.</a:t>
            </a:r>
          </a:p>
        </p:txBody>
      </p:sp>
    </p:spTree>
    <p:extLst>
      <p:ext uri="{BB962C8B-B14F-4D97-AF65-F5344CB8AC3E}">
        <p14:creationId xmlns:p14="http://schemas.microsoft.com/office/powerpoint/2010/main" val="1131930425"/>
      </p:ext>
    </p:extLst>
  </p:cSld>
</p:sld>
</file>

<file path=ppt/slides/slide71.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20A6097-5BD2-41CE-BDEE-41BF60843B51}"/>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ACTEURS</a:t>
            </a:r>
          </a:p>
        </p:txBody>
      </p:sp>
      <p:sp>
        <p:nvSpPr>
          <p:cNvPr id="2" name="">
            <a:extLst xmlns:a="http://schemas.openxmlformats.org/drawingml/2006/main">
              <a:ext uri="{FF2B5EF4-FFF2-40B4-BE49-F238E27FC236}">
                <a16:creationId xmlns:a16="http://schemas.microsoft.com/office/drawing/2014/main" id="{F58884CD-69AB-4226-AE14-7C1074C69311}"/>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7E8"/>
                </a:solidFill>
                <a:latin typeface="DejaVu Sans"/>
                <a:ea typeface="DejaVu Sans"/>
                <a:cs typeface="DejaVu Sans"/>
              </a:defRPr>
            </a:pPr>
            <a:r>
              <a:rPr sz="3225" b="1">
                <a:solidFill>
                  <a:srgbClr val="FFF7E8"/>
                </a:solidFill>
                <a:latin typeface="DejaVu Sans"/>
                <a:ea typeface="DejaVu Sans"/>
                <a:cs typeface="DejaVu Sans"/>
              </a:rPr>
              <a:t>Les huit rôles</a:t>
            </a:r>
          </a:p>
        </p:txBody>
      </p:sp>
      <p:sp>
        <p:nvSpPr>
          <p:cNvPr id="3" name="">
            <a:extLst xmlns:a="http://schemas.openxmlformats.org/drawingml/2006/main">
              <a:ext uri="{FF2B5EF4-FFF2-40B4-BE49-F238E27FC236}">
                <a16:creationId xmlns:a16="http://schemas.microsoft.com/office/drawing/2014/main" id="{FE81F3E5-60C6-46CE-B8B8-B61BB5BFBB89}"/>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Utilisateur</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Navigateur ou client</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DNS</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Box ou routeur</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Internet</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Serveur Web</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Ressource ou page</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Observateur du protocole</a:t>
            </a:r>
          </a:p>
        </p:txBody>
      </p:sp>
    </p:spTree>
    <p:extLst>
      <p:ext uri="{BB962C8B-B14F-4D97-AF65-F5344CB8AC3E}">
        <p14:creationId xmlns:p14="http://schemas.microsoft.com/office/powerpoint/2010/main" val="955037996"/>
      </p:ext>
    </p:extLst>
  </p:cSld>
</p:sld>
</file>

<file path=ppt/slides/slide72.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49C0F86-6AC6-48A7-9309-B9CA201749D5}"/>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E0B44C"/>
                </a:solidFill>
                <a:latin typeface="DejaVu Sans"/>
                <a:ea typeface="DejaVu Sans"/>
                <a:cs typeface="DejaVu Sans"/>
              </a:defRPr>
            </a:pPr>
            <a:r>
              <a:rPr sz="1275" b="1" spc="2">
                <a:solidFill>
                  <a:srgbClr val="E0B44C"/>
                </a:solidFill>
                <a:latin typeface="DejaVu Sans"/>
                <a:ea typeface="DejaVu Sans"/>
                <a:cs typeface="DejaVu Sans"/>
              </a:rPr>
              <a:t>ENQUÊTEURS</a:t>
            </a:r>
          </a:p>
        </p:txBody>
      </p:sp>
      <p:sp>
        <p:nvSpPr>
          <p:cNvPr id="2" name="">
            <a:extLst xmlns:a="http://schemas.openxmlformats.org/drawingml/2006/main">
              <a:ext uri="{FF2B5EF4-FFF2-40B4-BE49-F238E27FC236}">
                <a16:creationId xmlns:a16="http://schemas.microsoft.com/office/drawing/2014/main" id="{0E0691CA-977C-40E3-91AB-7A64C57635E1}"/>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4283A"/>
                </a:solidFill>
                <a:latin typeface="DejaVu Sans"/>
                <a:ea typeface="DejaVu Sans"/>
                <a:cs typeface="DejaVu Sans"/>
              </a:defRPr>
            </a:pPr>
            <a:r>
              <a:rPr sz="3225" b="1">
                <a:solidFill>
                  <a:srgbClr val="14283A"/>
                </a:solidFill>
                <a:latin typeface="DejaVu Sans"/>
                <a:ea typeface="DejaVu Sans"/>
                <a:cs typeface="DejaVu Sans"/>
              </a:rPr>
              <a:t>Trois éléments dans le diagnostic</a:t>
            </a:r>
          </a:p>
        </p:txBody>
      </p:sp>
      <p:sp>
        <p:nvSpPr>
          <p:cNvPr id="3" name="">
            <a:extLst xmlns:a="http://schemas.openxmlformats.org/drawingml/2006/main">
              <a:ext uri="{FF2B5EF4-FFF2-40B4-BE49-F238E27FC236}">
                <a16:creationId xmlns:a16="http://schemas.microsoft.com/office/drawing/2014/main" id="{689233E2-67CD-49E3-8E99-BDFA3D97046F}"/>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1. Le dernier rôle atteint par le message</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2. Le code ou l’erreur observée</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3. Une phrase expliquant la cause</a:t>
            </a:r>
          </a:p>
          <a:p xmlns:a="http://schemas.openxmlformats.org/drawingml/2006/main">
            <a:r>
              <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Barème ludique : 1 point par élément correct. Le score reste collectif et sans note.</a:t>
            </a:r>
          </a:p>
        </p:txBody>
      </p:sp>
    </p:spTree>
    <p:extLst>
      <p:ext uri="{BB962C8B-B14F-4D97-AF65-F5344CB8AC3E}">
        <p14:creationId xmlns:p14="http://schemas.microsoft.com/office/powerpoint/2010/main" val="2044720131"/>
      </p:ext>
    </p:extLst>
  </p:cSld>
</p:sld>
</file>

<file path=ppt/slides/slide73.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D9D6F4-A11D-445D-96E5-11A3D362FDDB}"/>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WEB HUMAIN</a:t>
            </a:r>
          </a:p>
        </p:txBody>
      </p:sp>
      <p:sp>
        <p:nvSpPr>
          <p:cNvPr id="2" name="">
            <a:extLst xmlns:a="http://schemas.openxmlformats.org/drawingml/2006/main">
              <a:ext uri="{FF2B5EF4-FFF2-40B4-BE49-F238E27FC236}">
                <a16:creationId xmlns:a16="http://schemas.microsoft.com/office/drawing/2014/main" id="{D7A8BA18-3A1B-4BBB-92BF-7435FEEF79E2}"/>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0DAD0C71-AE1F-421A-9041-532A19927689}"/>
              </a:ext>
            </a:extLst>
          </p:cNvPr>
          <p:cNvSpPr>
            <a:spLocks xmlns:a="http://schemas.openxmlformats.org/drawingml/2006/main" noGrp="1"/>
          </p:cNvSpPr>
          <p:nvPr/>
        </p:nvSpPr>
        <p:spPr>
          <a:xfrm xmlns:a="http://schemas.openxmlformats.org/drawingml/2006/main">
            <a:off x="762000" y="11906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7E8"/>
                </a:solidFill>
                <a:latin typeface="DejaVu Sans"/>
                <a:ea typeface="DejaVu Sans"/>
                <a:cs typeface="DejaVu Sans"/>
              </a:defRPr>
            </a:pPr>
            <a:r>
              <a:rPr sz="3225" b="1">
                <a:solidFill>
                  <a:srgbClr val="FFF7E8"/>
                </a:solidFill>
                <a:latin typeface="DejaVu Sans"/>
                <a:ea typeface="DejaVu Sans"/>
                <a:cs typeface="DejaVu Sans"/>
              </a:rPr>
              <a:t>Scénario A : la page apparaît</a:t>
            </a:r>
          </a:p>
        </p:txBody>
      </p:sp>
      <p:sp>
        <p:nvSpPr>
          <p:cNvPr id="4" name="">
            <a:extLst xmlns:a="http://schemas.openxmlformats.org/drawingml/2006/main">
              <a:ext uri="{FF2B5EF4-FFF2-40B4-BE49-F238E27FC236}">
                <a16:creationId xmlns:a16="http://schemas.microsoft.com/office/drawing/2014/main" id="{949EE85A-493E-41F3-AAB0-8306AA408754}"/>
              </a:ext>
            </a:extLst>
          </p:cNvPr>
          <p:cNvSpPr>
            <a:spLocks xmlns:a="http://schemas.openxmlformats.org/drawingml/2006/main" noGrp="1"/>
          </p:cNvSpPr>
          <p:nvPr/>
        </p:nvSpPr>
        <p:spPr>
          <a:xfrm xmlns:a="http://schemas.openxmlformats.org/drawingml/2006/main">
            <a:off x="838200" y="2428875"/>
            <a:ext cx="10287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Le nom est connu.</a:t>
            </a:r>
          </a:p>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La ressource existe.</a:t>
            </a:r>
          </a:p>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Le serveur produit une réponse normale.</a:t>
            </a:r>
          </a:p>
        </p:txBody>
      </p:sp>
      <p:sp>
        <p:nvSpPr>
          <p:cNvPr id="5" name="">
            <a:extLst xmlns:a="http://schemas.openxmlformats.org/drawingml/2006/main">
              <a:ext uri="{FF2B5EF4-FFF2-40B4-BE49-F238E27FC236}">
                <a16:creationId xmlns:a16="http://schemas.microsoft.com/office/drawing/2014/main" id="{F65DD673-F029-4CA2-8A52-2103D71C63C3}"/>
              </a:ext>
            </a:extLst>
          </p:cNvPr>
          <p:cNvSpPr>
            <a:spLocks xmlns:a="http://schemas.openxmlformats.org/drawingml/2006/main" noGrp="1"/>
          </p:cNvSpPr>
          <p:nvPr/>
        </p:nvSpPr>
        <p:spPr>
          <a:xfrm xmlns:a="http://schemas.openxmlformats.org/drawingml/2006/main">
            <a:off x="857250" y="509587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FF8F70"/>
                </a:solidFill>
                <a:latin typeface="DejaVu Sans"/>
                <a:ea typeface="DejaVu Sans"/>
                <a:cs typeface="DejaVu Sans"/>
              </a:defRPr>
            </a:pPr>
            <a:r>
              <a:rPr sz="1950" b="1">
                <a:solidFill>
                  <a:srgbClr val="FF8F70"/>
                </a:solidFill>
                <a:latin typeface="DejaVu Sans"/>
                <a:ea typeface="DejaVu Sans"/>
                <a:cs typeface="DejaVu Sans"/>
              </a:rPr>
              <a:t>Enquêteurs : où le trajet s’arrête-t-il ?</a:t>
            </a:r>
          </a:p>
        </p:txBody>
      </p:sp>
    </p:spTree>
    <p:extLst>
      <p:ext uri="{BB962C8B-B14F-4D97-AF65-F5344CB8AC3E}">
        <p14:creationId xmlns:p14="http://schemas.microsoft.com/office/powerpoint/2010/main" val="1222497299"/>
      </p:ext>
    </p:extLst>
  </p:cSld>
</p:sld>
</file>

<file path=ppt/slides/slide74.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95207C-06D8-40A6-8367-E7318BC6477C}"/>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DIAGNOSTIC</a:t>
            </a:r>
          </a:p>
        </p:txBody>
      </p:sp>
      <p:sp>
        <p:nvSpPr>
          <p:cNvPr id="2" name="">
            <a:extLst xmlns:a="http://schemas.openxmlformats.org/drawingml/2006/main">
              <a:ext uri="{FF2B5EF4-FFF2-40B4-BE49-F238E27FC236}">
                <a16:creationId xmlns:a16="http://schemas.microsoft.com/office/drawing/2014/main" id="{E9A457B9-BF34-45F6-A3D9-81F8CB040DAE}"/>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48D6C5"/>
                </a:solidFill>
                <a:latin typeface="DejaVu Sans"/>
                <a:ea typeface="DejaVu Sans"/>
                <a:cs typeface="DejaVu Sans"/>
              </a:defRPr>
            </a:pPr>
            <a:r>
              <a:rPr sz="1500" b="1">
                <a:solidFill>
                  <a:srgbClr val="48D6C5"/>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EA97880B-2090-4201-969A-570252F28CB3}"/>
              </a:ext>
            </a:extLst>
          </p:cNvPr>
          <p:cNvSpPr>
            <a:spLocks xmlns:a="http://schemas.openxmlformats.org/drawingml/2006/main" noGrp="1"/>
          </p:cNvSpPr>
          <p:nvPr/>
        </p:nvSpPr>
        <p:spPr>
          <a:xfrm xmlns:a="http://schemas.openxmlformats.org/drawingml/2006/main">
            <a:off x="762000" y="138112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48D6C5"/>
                </a:solidFill>
                <a:latin typeface="DejaVu Sans"/>
                <a:ea typeface="DejaVu Sans"/>
                <a:cs typeface="DejaVu Sans"/>
              </a:defRPr>
            </a:pPr>
            <a:r>
              <a:rPr sz="3225" b="1">
                <a:solidFill>
                  <a:srgbClr val="48D6C5"/>
                </a:solidFill>
                <a:latin typeface="DejaVu Sans"/>
                <a:ea typeface="DejaVu Sans"/>
                <a:cs typeface="DejaVu Sans"/>
              </a:rPr>
              <a:t>Succès, réponse 200</a:t>
            </a:r>
          </a:p>
        </p:txBody>
      </p:sp>
      <p:sp>
        <p:nvSpPr>
          <p:cNvPr id="4" name="">
            <a:extLst xmlns:a="http://schemas.openxmlformats.org/drawingml/2006/main">
              <a:ext uri="{FF2B5EF4-FFF2-40B4-BE49-F238E27FC236}">
                <a16:creationId xmlns:a16="http://schemas.microsoft.com/office/drawing/2014/main" id="{5DD30FC8-7A84-4F23-82F8-4A42113EE4BD}"/>
              </a:ext>
            </a:extLst>
          </p:cNvPr>
          <p:cNvSpPr>
            <a:spLocks xmlns:a="http://schemas.openxmlformats.org/drawingml/2006/main" noGrp="1"/>
          </p:cNvSpPr>
          <p:nvPr/>
        </p:nvSpPr>
        <p:spPr>
          <a:xfrm xmlns:a="http://schemas.openxmlformats.org/drawingml/2006/main">
            <a:off x="857250" y="2857500"/>
            <a:ext cx="1028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La demande atteint le serveur. Celui-ci trouve la ressource et renvoie son contenu au navigateur.</a:t>
            </a:r>
          </a:p>
        </p:txBody>
      </p:sp>
    </p:spTree>
    <p:extLst>
      <p:ext uri="{BB962C8B-B14F-4D97-AF65-F5344CB8AC3E}">
        <p14:creationId xmlns:p14="http://schemas.microsoft.com/office/powerpoint/2010/main" val="184281463"/>
      </p:ext>
    </p:extLst>
  </p:cSld>
</p:sld>
</file>

<file path=ppt/slides/slide75.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37012F-1B55-4D53-BE84-8E2E00D82926}"/>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WEB HUMAIN</a:t>
            </a:r>
          </a:p>
        </p:txBody>
      </p:sp>
      <p:sp>
        <p:nvSpPr>
          <p:cNvPr id="2" name="">
            <a:extLst xmlns:a="http://schemas.openxmlformats.org/drawingml/2006/main">
              <a:ext uri="{FF2B5EF4-FFF2-40B4-BE49-F238E27FC236}">
                <a16:creationId xmlns:a16="http://schemas.microsoft.com/office/drawing/2014/main" id="{5D65B799-ACAF-455B-9317-14F82105E79A}"/>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24290CAB-E05A-4B63-8517-C15C5629B999}"/>
              </a:ext>
            </a:extLst>
          </p:cNvPr>
          <p:cNvSpPr>
            <a:spLocks xmlns:a="http://schemas.openxmlformats.org/drawingml/2006/main" noGrp="1"/>
          </p:cNvSpPr>
          <p:nvPr/>
        </p:nvSpPr>
        <p:spPr>
          <a:xfrm xmlns:a="http://schemas.openxmlformats.org/drawingml/2006/main">
            <a:off x="762000" y="11906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7E8"/>
                </a:solidFill>
                <a:latin typeface="DejaVu Sans"/>
                <a:ea typeface="DejaVu Sans"/>
                <a:cs typeface="DejaVu Sans"/>
              </a:defRPr>
            </a:pPr>
            <a:r>
              <a:rPr sz="3225" b="1">
                <a:solidFill>
                  <a:srgbClr val="FFF7E8"/>
                </a:solidFill>
                <a:latin typeface="DejaVu Sans"/>
                <a:ea typeface="DejaVu Sans"/>
                <a:cs typeface="DejaVu Sans"/>
              </a:rPr>
              <a:t>Scénario B : la page manque</a:t>
            </a:r>
          </a:p>
        </p:txBody>
      </p:sp>
      <p:sp>
        <p:nvSpPr>
          <p:cNvPr id="4" name="">
            <a:extLst xmlns:a="http://schemas.openxmlformats.org/drawingml/2006/main">
              <a:ext uri="{FF2B5EF4-FFF2-40B4-BE49-F238E27FC236}">
                <a16:creationId xmlns:a16="http://schemas.microsoft.com/office/drawing/2014/main" id="{10FAB38C-B85A-427A-9B54-BEFC28ACF03A}"/>
              </a:ext>
            </a:extLst>
          </p:cNvPr>
          <p:cNvSpPr>
            <a:spLocks xmlns:a="http://schemas.openxmlformats.org/drawingml/2006/main" noGrp="1"/>
          </p:cNvSpPr>
          <p:nvPr/>
        </p:nvSpPr>
        <p:spPr>
          <a:xfrm xmlns:a="http://schemas.openxmlformats.org/drawingml/2006/main">
            <a:off x="838200" y="2428875"/>
            <a:ext cx="10287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Le nom est connu.</a:t>
            </a:r>
          </a:p>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Le serveur reste joignable.</a:t>
            </a:r>
          </a:p>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La ressource demandée n’existe pas.</a:t>
            </a:r>
          </a:p>
        </p:txBody>
      </p:sp>
      <p:sp>
        <p:nvSpPr>
          <p:cNvPr id="5" name="">
            <a:extLst xmlns:a="http://schemas.openxmlformats.org/drawingml/2006/main">
              <a:ext uri="{FF2B5EF4-FFF2-40B4-BE49-F238E27FC236}">
                <a16:creationId xmlns:a16="http://schemas.microsoft.com/office/drawing/2014/main" id="{67BCAA67-1A28-4457-8EA7-D41498BA4C92}"/>
              </a:ext>
            </a:extLst>
          </p:cNvPr>
          <p:cNvSpPr>
            <a:spLocks xmlns:a="http://schemas.openxmlformats.org/drawingml/2006/main" noGrp="1"/>
          </p:cNvSpPr>
          <p:nvPr/>
        </p:nvSpPr>
        <p:spPr>
          <a:xfrm xmlns:a="http://schemas.openxmlformats.org/drawingml/2006/main">
            <a:off x="857250" y="509587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FF8F70"/>
                </a:solidFill>
                <a:latin typeface="DejaVu Sans"/>
                <a:ea typeface="DejaVu Sans"/>
                <a:cs typeface="DejaVu Sans"/>
              </a:defRPr>
            </a:pPr>
            <a:r>
              <a:rPr sz="1950" b="1">
                <a:solidFill>
                  <a:srgbClr val="FF8F70"/>
                </a:solidFill>
                <a:latin typeface="DejaVu Sans"/>
                <a:ea typeface="DejaVu Sans"/>
                <a:cs typeface="DejaVu Sans"/>
              </a:rPr>
              <a:t>Enquêteurs : où le trajet s’arrête-t-il ?</a:t>
            </a:r>
          </a:p>
        </p:txBody>
      </p:sp>
    </p:spTree>
    <p:extLst>
      <p:ext uri="{BB962C8B-B14F-4D97-AF65-F5344CB8AC3E}">
        <p14:creationId xmlns:p14="http://schemas.microsoft.com/office/powerpoint/2010/main" val="2068370545"/>
      </p:ext>
    </p:extLst>
  </p:cSld>
</p:sld>
</file>

<file path=ppt/slides/slide76.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DD7E3A-0A3A-4311-9203-9F62ACC6034C}"/>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DIAGNOSTIC</a:t>
            </a:r>
          </a:p>
        </p:txBody>
      </p:sp>
      <p:sp>
        <p:nvSpPr>
          <p:cNvPr id="2" name="">
            <a:extLst xmlns:a="http://schemas.openxmlformats.org/drawingml/2006/main">
              <a:ext uri="{FF2B5EF4-FFF2-40B4-BE49-F238E27FC236}">
                <a16:creationId xmlns:a16="http://schemas.microsoft.com/office/drawing/2014/main" id="{D742CC68-D027-4799-A69E-6B0BCD80572A}"/>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48D6C5"/>
                </a:solidFill>
                <a:latin typeface="DejaVu Sans"/>
                <a:ea typeface="DejaVu Sans"/>
                <a:cs typeface="DejaVu Sans"/>
              </a:defRPr>
            </a:pPr>
            <a:r>
              <a:rPr sz="1500" b="1">
                <a:solidFill>
                  <a:srgbClr val="48D6C5"/>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55F4FD76-C817-4AB5-99BB-319692556F59}"/>
              </a:ext>
            </a:extLst>
          </p:cNvPr>
          <p:cNvSpPr>
            <a:spLocks xmlns:a="http://schemas.openxmlformats.org/drawingml/2006/main" noGrp="1"/>
          </p:cNvSpPr>
          <p:nvPr/>
        </p:nvSpPr>
        <p:spPr>
          <a:xfrm xmlns:a="http://schemas.openxmlformats.org/drawingml/2006/main">
            <a:off x="762000" y="138112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48D6C5"/>
                </a:solidFill>
                <a:latin typeface="DejaVu Sans"/>
                <a:ea typeface="DejaVu Sans"/>
                <a:cs typeface="DejaVu Sans"/>
              </a:defRPr>
            </a:pPr>
            <a:r>
              <a:rPr sz="3225" b="1">
                <a:solidFill>
                  <a:srgbClr val="48D6C5"/>
                </a:solidFill>
                <a:latin typeface="DejaVu Sans"/>
                <a:ea typeface="DejaVu Sans"/>
                <a:cs typeface="DejaVu Sans"/>
              </a:rPr>
              <a:t>Ressource absente, réponse 404</a:t>
            </a:r>
          </a:p>
        </p:txBody>
      </p:sp>
      <p:sp>
        <p:nvSpPr>
          <p:cNvPr id="4" name="">
            <a:extLst xmlns:a="http://schemas.openxmlformats.org/drawingml/2006/main">
              <a:ext uri="{FF2B5EF4-FFF2-40B4-BE49-F238E27FC236}">
                <a16:creationId xmlns:a16="http://schemas.microsoft.com/office/drawing/2014/main" id="{3C63FBF9-70BC-4900-8A82-6E1EADCB66F0}"/>
              </a:ext>
            </a:extLst>
          </p:cNvPr>
          <p:cNvSpPr>
            <a:spLocks xmlns:a="http://schemas.openxmlformats.org/drawingml/2006/main" noGrp="1"/>
          </p:cNvSpPr>
          <p:nvPr/>
        </p:nvSpPr>
        <p:spPr>
          <a:xfrm xmlns:a="http://schemas.openxmlformats.org/drawingml/2006/main">
            <a:off x="857250" y="2857500"/>
            <a:ext cx="1028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La requête atteint bien le serveur. Le serveur répond, mais ne trouve pas la ressource demandée.</a:t>
            </a:r>
          </a:p>
        </p:txBody>
      </p:sp>
    </p:spTree>
    <p:extLst>
      <p:ext uri="{BB962C8B-B14F-4D97-AF65-F5344CB8AC3E}">
        <p14:creationId xmlns:p14="http://schemas.microsoft.com/office/powerpoint/2010/main" val="1645934118"/>
      </p:ext>
    </p:extLst>
  </p:cSld>
</p:sld>
</file>

<file path=ppt/slides/slide77.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1C64FFB-4005-4549-8067-A26A0A921FD6}"/>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WEB HUMAIN</a:t>
            </a:r>
          </a:p>
        </p:txBody>
      </p:sp>
      <p:sp>
        <p:nvSpPr>
          <p:cNvPr id="2" name="">
            <a:extLst xmlns:a="http://schemas.openxmlformats.org/drawingml/2006/main">
              <a:ext uri="{FF2B5EF4-FFF2-40B4-BE49-F238E27FC236}">
                <a16:creationId xmlns:a16="http://schemas.microsoft.com/office/drawing/2014/main" id="{9D56B6FA-3DD9-442A-AB26-B456654530A2}"/>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B4A37F10-5909-4DAF-997D-4174EE5108EB}"/>
              </a:ext>
            </a:extLst>
          </p:cNvPr>
          <p:cNvSpPr>
            <a:spLocks xmlns:a="http://schemas.openxmlformats.org/drawingml/2006/main" noGrp="1"/>
          </p:cNvSpPr>
          <p:nvPr/>
        </p:nvSpPr>
        <p:spPr>
          <a:xfrm xmlns:a="http://schemas.openxmlformats.org/drawingml/2006/main">
            <a:off x="762000" y="11906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7E8"/>
                </a:solidFill>
                <a:latin typeface="DejaVu Sans"/>
                <a:ea typeface="DejaVu Sans"/>
                <a:cs typeface="DejaVu Sans"/>
              </a:defRPr>
            </a:pPr>
            <a:r>
              <a:rPr sz="3225" b="1">
                <a:solidFill>
                  <a:srgbClr val="FFF7E8"/>
                </a:solidFill>
                <a:latin typeface="DejaVu Sans"/>
                <a:ea typeface="DejaVu Sans"/>
                <a:cs typeface="DejaVu Sans"/>
              </a:rPr>
              <a:t>Scénario C : le serveur échoue</a:t>
            </a:r>
          </a:p>
        </p:txBody>
      </p:sp>
      <p:sp>
        <p:nvSpPr>
          <p:cNvPr id="4" name="">
            <a:extLst xmlns:a="http://schemas.openxmlformats.org/drawingml/2006/main">
              <a:ext uri="{FF2B5EF4-FFF2-40B4-BE49-F238E27FC236}">
                <a16:creationId xmlns:a16="http://schemas.microsoft.com/office/drawing/2014/main" id="{C8961E6C-47FB-4906-9F46-C9994A93651D}"/>
              </a:ext>
            </a:extLst>
          </p:cNvPr>
          <p:cNvSpPr>
            <a:spLocks xmlns:a="http://schemas.openxmlformats.org/drawingml/2006/main" noGrp="1"/>
          </p:cNvSpPr>
          <p:nvPr/>
        </p:nvSpPr>
        <p:spPr>
          <a:xfrm xmlns:a="http://schemas.openxmlformats.org/drawingml/2006/main">
            <a:off x="838200" y="2428875"/>
            <a:ext cx="10287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Le nom est connu.</a:t>
            </a:r>
          </a:p>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La requête atteint le serveur.</a:t>
            </a:r>
          </a:p>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Une erreur interne empêche le traitement normal.</a:t>
            </a:r>
          </a:p>
        </p:txBody>
      </p:sp>
      <p:sp>
        <p:nvSpPr>
          <p:cNvPr id="5" name="">
            <a:extLst xmlns:a="http://schemas.openxmlformats.org/drawingml/2006/main">
              <a:ext uri="{FF2B5EF4-FFF2-40B4-BE49-F238E27FC236}">
                <a16:creationId xmlns:a16="http://schemas.microsoft.com/office/drawing/2014/main" id="{0F0D55C5-33EC-4CE5-960D-E2EF7F60DF19}"/>
              </a:ext>
            </a:extLst>
          </p:cNvPr>
          <p:cNvSpPr>
            <a:spLocks xmlns:a="http://schemas.openxmlformats.org/drawingml/2006/main" noGrp="1"/>
          </p:cNvSpPr>
          <p:nvPr/>
        </p:nvSpPr>
        <p:spPr>
          <a:xfrm xmlns:a="http://schemas.openxmlformats.org/drawingml/2006/main">
            <a:off x="857250" y="509587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FF8F70"/>
                </a:solidFill>
                <a:latin typeface="DejaVu Sans"/>
                <a:ea typeface="DejaVu Sans"/>
                <a:cs typeface="DejaVu Sans"/>
              </a:defRPr>
            </a:pPr>
            <a:r>
              <a:rPr sz="1950" b="1">
                <a:solidFill>
                  <a:srgbClr val="FF8F70"/>
                </a:solidFill>
                <a:latin typeface="DejaVu Sans"/>
                <a:ea typeface="DejaVu Sans"/>
                <a:cs typeface="DejaVu Sans"/>
              </a:rPr>
              <a:t>Enquêteurs : où le trajet s’arrête-t-il ?</a:t>
            </a:r>
          </a:p>
        </p:txBody>
      </p:sp>
    </p:spTree>
    <p:extLst>
      <p:ext uri="{BB962C8B-B14F-4D97-AF65-F5344CB8AC3E}">
        <p14:creationId xmlns:p14="http://schemas.microsoft.com/office/powerpoint/2010/main" val="2078839492"/>
      </p:ext>
    </p:extLst>
  </p:cSld>
</p:sld>
</file>

<file path=ppt/slides/slide78.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3A3511-C60D-4E58-89EA-27F50DE28353}"/>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DIAGNOSTIC</a:t>
            </a:r>
          </a:p>
        </p:txBody>
      </p:sp>
      <p:sp>
        <p:nvSpPr>
          <p:cNvPr id="2" name="">
            <a:extLst xmlns:a="http://schemas.openxmlformats.org/drawingml/2006/main">
              <a:ext uri="{FF2B5EF4-FFF2-40B4-BE49-F238E27FC236}">
                <a16:creationId xmlns:a16="http://schemas.microsoft.com/office/drawing/2014/main" id="{EF44C6C9-E461-403B-887F-C2280C7B3B7F}"/>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48D6C5"/>
                </a:solidFill>
                <a:latin typeface="DejaVu Sans"/>
                <a:ea typeface="DejaVu Sans"/>
                <a:cs typeface="DejaVu Sans"/>
              </a:defRPr>
            </a:pPr>
            <a:r>
              <a:rPr sz="1500" b="1">
                <a:solidFill>
                  <a:srgbClr val="48D6C5"/>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671850D8-9085-4D7C-B7BE-004F787A9BD5}"/>
              </a:ext>
            </a:extLst>
          </p:cNvPr>
          <p:cNvSpPr>
            <a:spLocks xmlns:a="http://schemas.openxmlformats.org/drawingml/2006/main" noGrp="1"/>
          </p:cNvSpPr>
          <p:nvPr/>
        </p:nvSpPr>
        <p:spPr>
          <a:xfrm xmlns:a="http://schemas.openxmlformats.org/drawingml/2006/main">
            <a:off x="762000" y="138112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48D6C5"/>
                </a:solidFill>
                <a:latin typeface="DejaVu Sans"/>
                <a:ea typeface="DejaVu Sans"/>
                <a:cs typeface="DejaVu Sans"/>
              </a:defRPr>
            </a:pPr>
            <a:r>
              <a:rPr sz="3225" b="1">
                <a:solidFill>
                  <a:srgbClr val="48D6C5"/>
                </a:solidFill>
                <a:latin typeface="DejaVu Sans"/>
                <a:ea typeface="DejaVu Sans"/>
                <a:cs typeface="DejaVu Sans"/>
              </a:rPr>
              <a:t>Erreur interne, réponse 500</a:t>
            </a:r>
          </a:p>
        </p:txBody>
      </p:sp>
      <p:sp>
        <p:nvSpPr>
          <p:cNvPr id="4" name="">
            <a:extLst xmlns:a="http://schemas.openxmlformats.org/drawingml/2006/main">
              <a:ext uri="{FF2B5EF4-FFF2-40B4-BE49-F238E27FC236}">
                <a16:creationId xmlns:a16="http://schemas.microsoft.com/office/drawing/2014/main" id="{553401D9-8E03-4271-96AA-A992272E5403}"/>
              </a:ext>
            </a:extLst>
          </p:cNvPr>
          <p:cNvSpPr>
            <a:spLocks xmlns:a="http://schemas.openxmlformats.org/drawingml/2006/main" noGrp="1"/>
          </p:cNvSpPr>
          <p:nvPr/>
        </p:nvSpPr>
        <p:spPr>
          <a:xfrm xmlns:a="http://schemas.openxmlformats.org/drawingml/2006/main">
            <a:off x="857250" y="2857500"/>
            <a:ext cx="1028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Le réseau et le DNS ont fonctionné. Le problème survient pendant le traitement réalisé par le serveur.</a:t>
            </a:r>
          </a:p>
        </p:txBody>
      </p:sp>
    </p:spTree>
    <p:extLst>
      <p:ext uri="{BB962C8B-B14F-4D97-AF65-F5344CB8AC3E}">
        <p14:creationId xmlns:p14="http://schemas.microsoft.com/office/powerpoint/2010/main" val="1751495906"/>
      </p:ext>
    </p:extLst>
  </p:cSld>
</p:sld>
</file>

<file path=ppt/slides/slide79.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84BC17-351A-42F2-BE34-A4445A200F82}"/>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WEB HUMAIN</a:t>
            </a:r>
          </a:p>
        </p:txBody>
      </p:sp>
      <p:sp>
        <p:nvSpPr>
          <p:cNvPr id="2" name="">
            <a:extLst xmlns:a="http://schemas.openxmlformats.org/drawingml/2006/main">
              <a:ext uri="{FF2B5EF4-FFF2-40B4-BE49-F238E27FC236}">
                <a16:creationId xmlns:a16="http://schemas.microsoft.com/office/drawing/2014/main" id="{35DEA6FC-360D-45E4-8B14-AACBBB847CEC}"/>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FF8F70"/>
                </a:solidFill>
                <a:latin typeface="DejaVu Sans"/>
                <a:ea typeface="DejaVu Sans"/>
                <a:cs typeface="DejaVu Sans"/>
              </a:defRPr>
            </a:pPr>
            <a:r>
              <a:rPr sz="1500" b="1">
                <a:solidFill>
                  <a:srgbClr val="FF8F70"/>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BD161AF4-F1C1-4A85-871F-46D00C4B5898}"/>
              </a:ext>
            </a:extLst>
          </p:cNvPr>
          <p:cNvSpPr>
            <a:spLocks xmlns:a="http://schemas.openxmlformats.org/drawingml/2006/main" noGrp="1"/>
          </p:cNvSpPr>
          <p:nvPr/>
        </p:nvSpPr>
        <p:spPr>
          <a:xfrm xmlns:a="http://schemas.openxmlformats.org/drawingml/2006/main">
            <a:off x="762000" y="11906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7E8"/>
                </a:solidFill>
                <a:latin typeface="DejaVu Sans"/>
                <a:ea typeface="DejaVu Sans"/>
                <a:cs typeface="DejaVu Sans"/>
              </a:defRPr>
            </a:pPr>
            <a:r>
              <a:rPr sz="3225" b="1">
                <a:solidFill>
                  <a:srgbClr val="FFF7E8"/>
                </a:solidFill>
                <a:latin typeface="DejaVu Sans"/>
                <a:ea typeface="DejaVu Sans"/>
                <a:cs typeface="DejaVu Sans"/>
              </a:rPr>
              <a:t>Scénario D : le nom reste inconnu</a:t>
            </a:r>
          </a:p>
        </p:txBody>
      </p:sp>
      <p:sp>
        <p:nvSpPr>
          <p:cNvPr id="4" name="">
            <a:extLst xmlns:a="http://schemas.openxmlformats.org/drawingml/2006/main">
              <a:ext uri="{FF2B5EF4-FFF2-40B4-BE49-F238E27FC236}">
                <a16:creationId xmlns:a16="http://schemas.microsoft.com/office/drawing/2014/main" id="{C0AFF098-1B01-4428-A7E4-A6F376F6BF02}"/>
              </a:ext>
            </a:extLst>
          </p:cNvPr>
          <p:cNvSpPr>
            <a:spLocks xmlns:a="http://schemas.openxmlformats.org/drawingml/2006/main" noGrp="1"/>
          </p:cNvSpPr>
          <p:nvPr/>
        </p:nvSpPr>
        <p:spPr>
          <a:xfrm xmlns:a="http://schemas.openxmlformats.org/drawingml/2006/main">
            <a:off x="838200" y="2428875"/>
            <a:ext cx="10287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L’utilisateur fournit une URL.</a:t>
            </a:r>
          </a:p>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Le navigateur demande la résolution du nom.</a:t>
            </a:r>
          </a:p>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Aucune information utilisable ne revient.</a:t>
            </a:r>
          </a:p>
        </p:txBody>
      </p:sp>
      <p:sp>
        <p:nvSpPr>
          <p:cNvPr id="5" name="">
            <a:extLst xmlns:a="http://schemas.openxmlformats.org/drawingml/2006/main">
              <a:ext uri="{FF2B5EF4-FFF2-40B4-BE49-F238E27FC236}">
                <a16:creationId xmlns:a16="http://schemas.microsoft.com/office/drawing/2014/main" id="{042DC575-CCA2-49EB-B354-99BFB2524F51}"/>
              </a:ext>
            </a:extLst>
          </p:cNvPr>
          <p:cNvSpPr>
            <a:spLocks xmlns:a="http://schemas.openxmlformats.org/drawingml/2006/main" noGrp="1"/>
          </p:cNvSpPr>
          <p:nvPr/>
        </p:nvSpPr>
        <p:spPr>
          <a:xfrm xmlns:a="http://schemas.openxmlformats.org/drawingml/2006/main">
            <a:off x="857250" y="509587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FF8F70"/>
                </a:solidFill>
                <a:latin typeface="DejaVu Sans"/>
                <a:ea typeface="DejaVu Sans"/>
                <a:cs typeface="DejaVu Sans"/>
              </a:defRPr>
            </a:pPr>
            <a:r>
              <a:rPr sz="1950" b="1">
                <a:solidFill>
                  <a:srgbClr val="FF8F70"/>
                </a:solidFill>
                <a:latin typeface="DejaVu Sans"/>
                <a:ea typeface="DejaVu Sans"/>
                <a:cs typeface="DejaVu Sans"/>
              </a:rPr>
              <a:t>Enquêteurs : où le trajet s’arrête-t-il ?</a:t>
            </a:r>
          </a:p>
        </p:txBody>
      </p:sp>
    </p:spTree>
    <p:extLst>
      <p:ext uri="{BB962C8B-B14F-4D97-AF65-F5344CB8AC3E}">
        <p14:creationId xmlns:p14="http://schemas.microsoft.com/office/powerpoint/2010/main" val="428418835"/>
      </p:ext>
    </p:extLst>
  </p:cSld>
</p:sld>
</file>

<file path=ppt/slides/slide80.xml><?xml version="1.0" encoding="utf-8"?>
<p:sld xmlns:p="http://schemas.openxmlformats.org/presentationml/2006/main">
  <p:cSld>
    <p:bg>
      <p:bgPr>
        <a:solidFill xmlns:a="http://schemas.openxmlformats.org/drawingml/2006/main">
          <a:srgbClr val="073B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DB2718-650C-43FB-AB11-F2EE2B36BA64}"/>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DIAGNOSTIC</a:t>
            </a:r>
          </a:p>
        </p:txBody>
      </p:sp>
      <p:sp>
        <p:nvSpPr>
          <p:cNvPr id="2" name="">
            <a:extLst xmlns:a="http://schemas.openxmlformats.org/drawingml/2006/main">
              <a:ext uri="{FF2B5EF4-FFF2-40B4-BE49-F238E27FC236}">
                <a16:creationId xmlns:a16="http://schemas.microsoft.com/office/drawing/2014/main" id="{E6A728E0-84BE-45B3-8188-BD5B66C09B40}"/>
              </a:ext>
            </a:extLst>
          </p:cNvPr>
          <p:cNvSpPr>
            <a:spLocks xmlns:a="http://schemas.openxmlformats.org/drawingml/2006/main" noGrp="1"/>
          </p:cNvSpPr>
          <p:nvPr/>
        </p:nvSpPr>
        <p:spPr>
          <a:xfrm xmlns:a="http://schemas.openxmlformats.org/drawingml/2006/main">
            <a:off x="10477500" y="361950"/>
            <a:ext cx="100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48D6C5"/>
                </a:solidFill>
                <a:latin typeface="DejaVu Sans"/>
                <a:ea typeface="DejaVu Sans"/>
                <a:cs typeface="DejaVu Sans"/>
              </a:defRPr>
            </a:pPr>
            <a:r>
              <a:rPr sz="1500" b="1">
                <a:solidFill>
                  <a:srgbClr val="48D6C5"/>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47EEA6DE-734E-40CC-838B-2620FF19B5C4}"/>
              </a:ext>
            </a:extLst>
          </p:cNvPr>
          <p:cNvSpPr>
            <a:spLocks xmlns:a="http://schemas.openxmlformats.org/drawingml/2006/main" noGrp="1"/>
          </p:cNvSpPr>
          <p:nvPr/>
        </p:nvSpPr>
        <p:spPr>
          <a:xfrm xmlns:a="http://schemas.openxmlformats.org/drawingml/2006/main">
            <a:off x="762000" y="138112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48D6C5"/>
                </a:solidFill>
                <a:latin typeface="DejaVu Sans"/>
                <a:ea typeface="DejaVu Sans"/>
                <a:cs typeface="DejaVu Sans"/>
              </a:defRPr>
            </a:pPr>
            <a:r>
              <a:rPr sz="3225" b="1">
                <a:solidFill>
                  <a:srgbClr val="48D6C5"/>
                </a:solidFill>
                <a:latin typeface="DejaVu Sans"/>
                <a:ea typeface="DejaVu Sans"/>
                <a:cs typeface="DejaVu Sans"/>
              </a:rPr>
              <a:t>Échec de résolution DNS</a:t>
            </a:r>
          </a:p>
        </p:txBody>
      </p:sp>
      <p:sp>
        <p:nvSpPr>
          <p:cNvPr id="4" name="">
            <a:extLst xmlns:a="http://schemas.openxmlformats.org/drawingml/2006/main">
              <a:ext uri="{FF2B5EF4-FFF2-40B4-BE49-F238E27FC236}">
                <a16:creationId xmlns:a16="http://schemas.microsoft.com/office/drawing/2014/main" id="{B930B9EE-55A3-49E9-A938-C8CD34A02F52}"/>
              </a:ext>
            </a:extLst>
          </p:cNvPr>
          <p:cNvSpPr>
            <a:spLocks xmlns:a="http://schemas.openxmlformats.org/drawingml/2006/main" noGrp="1"/>
          </p:cNvSpPr>
          <p:nvPr/>
        </p:nvSpPr>
        <p:spPr>
          <a:xfrm xmlns:a="http://schemas.openxmlformats.org/drawingml/2006/main">
            <a:off x="857250" y="2857500"/>
            <a:ext cx="1028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a:solidFill>
                  <a:srgbClr val="FFFFFF"/>
                </a:solidFill>
                <a:latin typeface="DejaVu Sans"/>
                <a:ea typeface="DejaVu Sans"/>
                <a:cs typeface="DejaVu Sans"/>
              </a:defRPr>
            </a:pPr>
            <a:r>
              <a:rPr sz="2250">
                <a:solidFill>
                  <a:srgbClr val="FFFFFF"/>
                </a:solidFill>
                <a:latin typeface="DejaVu Sans"/>
                <a:ea typeface="DejaVu Sans"/>
                <a:cs typeface="DejaVu Sans"/>
              </a:rPr>
              <a:t>Dans notre modèle simplifié, le navigateur ne peut pas adresser la requête HTTP au serveur demandé.</a:t>
            </a:r>
          </a:p>
        </p:txBody>
      </p:sp>
    </p:spTree>
    <p:extLst>
      <p:ext uri="{BB962C8B-B14F-4D97-AF65-F5344CB8AC3E}">
        <p14:creationId xmlns:p14="http://schemas.microsoft.com/office/powerpoint/2010/main" val="274170261"/>
      </p:ext>
    </p:extLst>
  </p:cSld>
</p:sld>
</file>

<file path=ppt/slides/slide81.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5194F14-BAE8-42FE-8CC6-953FC8800AA9}"/>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E0B44C"/>
                </a:solidFill>
                <a:latin typeface="DejaVu Sans"/>
                <a:ea typeface="DejaVu Sans"/>
                <a:cs typeface="DejaVu Sans"/>
              </a:defRPr>
            </a:pPr>
            <a:r>
              <a:rPr sz="1275" b="1" spc="2">
                <a:solidFill>
                  <a:srgbClr val="E0B44C"/>
                </a:solidFill>
                <a:latin typeface="DejaVu Sans"/>
                <a:ea typeface="DejaVu Sans"/>
                <a:cs typeface="DejaVu Sans"/>
              </a:rPr>
              <a:t>ROTATION</a:t>
            </a:r>
          </a:p>
        </p:txBody>
      </p:sp>
      <p:sp>
        <p:nvSpPr>
          <p:cNvPr id="2" name="">
            <a:extLst xmlns:a="http://schemas.openxmlformats.org/drawingml/2006/main">
              <a:ext uri="{FF2B5EF4-FFF2-40B4-BE49-F238E27FC236}">
                <a16:creationId xmlns:a16="http://schemas.microsoft.com/office/drawing/2014/main" id="{7D959BB8-CA49-484F-9B3B-9962D9833879}"/>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4283A"/>
                </a:solidFill>
                <a:latin typeface="DejaVu Sans"/>
                <a:ea typeface="DejaVu Sans"/>
                <a:cs typeface="DejaVu Sans"/>
              </a:defRPr>
            </a:pPr>
            <a:r>
              <a:rPr sz="3225" b="1">
                <a:solidFill>
                  <a:srgbClr val="14283A"/>
                </a:solidFill>
                <a:latin typeface="DejaVu Sans"/>
                <a:ea typeface="DejaVu Sans"/>
                <a:cs typeface="DejaVu Sans"/>
              </a:rPr>
              <a:t>Changer les rôles après deux scénarios</a:t>
            </a:r>
          </a:p>
        </p:txBody>
      </p:sp>
      <p:sp>
        <p:nvSpPr>
          <p:cNvPr id="3" name="">
            <a:extLst xmlns:a="http://schemas.openxmlformats.org/drawingml/2006/main">
              <a:ext uri="{FF2B5EF4-FFF2-40B4-BE49-F238E27FC236}">
                <a16:creationId xmlns:a16="http://schemas.microsoft.com/office/drawing/2014/main" id="{6971306D-41D5-467D-A984-8E7D4E0DC755}"/>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De nouveaux acteurs prennent place. Les premiers acteurs rejoignent les enquêteurs.</a:t>
            </a:r>
          </a:p>
          <a:p xmlns:a="http://schemas.openxmlformats.org/drawingml/2006/main">
            <a:r>
              <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Au dernier scénario, une équipe doit raconter tout le trajet avec les mots URL, DNS, requête, serveur, réponse et navigateur.</a:t>
            </a:r>
          </a:p>
        </p:txBody>
      </p:sp>
    </p:spTree>
    <p:extLst>
      <p:ext uri="{BB962C8B-B14F-4D97-AF65-F5344CB8AC3E}">
        <p14:creationId xmlns:p14="http://schemas.microsoft.com/office/powerpoint/2010/main" val="1252256190"/>
      </p:ext>
    </p:extLst>
  </p:cSld>
</p:sld>
</file>

<file path=ppt/slides/slide82.xml><?xml version="1.0" encoding="utf-8"?>
<p:sld xmlns:p="http://schemas.openxmlformats.org/presentationml/2006/main">
  <p:cSld>
    <p:bg>
      <p:bgPr>
        <a:solidFill xmlns:a="http://schemas.openxmlformats.org/drawingml/2006/main">
          <a:srgbClr val="1428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B6ACD9F-0FD3-410C-A8C1-51D8EA0E5A78}"/>
              </a:ext>
            </a:extLst>
          </p:cNvPr>
          <p:cNvSpPr>
            <a:spLocks xmlns:a="http://schemas.openxmlformats.org/drawingml/2006/main" noGrp="1"/>
          </p:cNvSpPr>
          <p:nvPr/>
        </p:nvSpPr>
        <p:spPr>
          <a:xfrm xmlns:a="http://schemas.openxmlformats.org/drawingml/2006/main">
            <a:off x="742950" y="5905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spc="3">
                <a:solidFill>
                  <a:srgbClr val="48D6C5"/>
                </a:solidFill>
                <a:latin typeface="DejaVu Sans"/>
                <a:ea typeface="DejaVu Sans"/>
                <a:cs typeface="DejaVu Sans"/>
              </a:defRPr>
            </a:pPr>
            <a:r>
              <a:rPr sz="1350" b="1" spc="3">
                <a:solidFill>
                  <a:srgbClr val="48D6C5"/>
                </a:solidFill>
                <a:latin typeface="DejaVu Sans"/>
                <a:ea typeface="DejaVu Sans"/>
                <a:cs typeface="DejaVu Sans"/>
              </a:rPr>
              <a:t>ACTIVITÉ</a:t>
            </a:r>
          </a:p>
        </p:txBody>
      </p:sp>
      <p:sp>
        <p:nvSpPr>
          <p:cNvPr id="2" name="">
            <a:extLst xmlns:a="http://schemas.openxmlformats.org/drawingml/2006/main">
              <a:ext uri="{FF2B5EF4-FFF2-40B4-BE49-F238E27FC236}">
                <a16:creationId xmlns:a16="http://schemas.microsoft.com/office/drawing/2014/main" id="{CBC68A78-9580-4F18-98EA-7C5CDBE05DD9}"/>
              </a:ext>
            </a:extLst>
          </p:cNvPr>
          <p:cNvSpPr>
            <a:spLocks xmlns:a="http://schemas.openxmlformats.org/drawingml/2006/main" noGrp="1"/>
          </p:cNvSpPr>
          <p:nvPr/>
        </p:nvSpPr>
        <p:spPr>
          <a:xfrm xmlns:a="http://schemas.openxmlformats.org/drawingml/2006/main">
            <a:off x="723900" y="1714500"/>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050" b="1">
                <a:solidFill>
                  <a:srgbClr val="FFF7E8"/>
                </a:solidFill>
                <a:latin typeface="DejaVu Sans"/>
                <a:ea typeface="DejaVu Sans"/>
                <a:cs typeface="DejaVu Sans"/>
              </a:defRPr>
            </a:pPr>
            <a:r>
              <a:rPr sz="4050" b="1">
                <a:solidFill>
                  <a:srgbClr val="FFF7E8"/>
                </a:solidFill>
                <a:latin typeface="DejaVu Sans"/>
                <a:ea typeface="DejaVu Sans"/>
                <a:cs typeface="DejaVu Sans"/>
              </a:rPr>
              <a:t>Bilan de la journée</a:t>
            </a:r>
          </a:p>
        </p:txBody>
      </p:sp>
      <p:sp>
        <p:nvSpPr>
          <p:cNvPr id="3" name="">
            <a:extLst xmlns:a="http://schemas.openxmlformats.org/drawingml/2006/main">
              <a:ext uri="{FF2B5EF4-FFF2-40B4-BE49-F238E27FC236}">
                <a16:creationId xmlns:a16="http://schemas.microsoft.com/office/drawing/2014/main" id="{8F3926F5-2877-485E-9706-BFE5FCF6666A}"/>
              </a:ext>
            </a:extLst>
          </p:cNvPr>
          <p:cNvSpPr>
            <a:spLocks xmlns:a="http://schemas.openxmlformats.org/drawingml/2006/main" noGrp="1"/>
          </p:cNvSpPr>
          <p:nvPr/>
        </p:nvSpPr>
        <p:spPr>
          <a:xfrm xmlns:a="http://schemas.openxmlformats.org/drawingml/2006/main">
            <a:off x="762000" y="323850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a:solidFill>
                  <a:srgbClr val="E8D7B8"/>
                </a:solidFill>
                <a:latin typeface="DejaVu Sans"/>
                <a:ea typeface="DejaVu Sans"/>
                <a:cs typeface="DejaVu Sans"/>
              </a:defRPr>
            </a:pPr>
            <a:r>
              <a:rPr sz="2025">
                <a:solidFill>
                  <a:srgbClr val="E8D7B8"/>
                </a:solidFill>
                <a:latin typeface="DejaVu Sans"/>
                <a:ea typeface="DejaVu Sans"/>
                <a:cs typeface="DejaVu Sans"/>
              </a:rPr>
              <a:t>Reformuler avant de quitter la salle</a:t>
            </a:r>
          </a:p>
        </p:txBody>
      </p:sp>
    </p:spTree>
    <p:extLst>
      <p:ext uri="{BB962C8B-B14F-4D97-AF65-F5344CB8AC3E}">
        <p14:creationId xmlns:p14="http://schemas.microsoft.com/office/powerpoint/2010/main" val="1549917708"/>
      </p:ext>
    </p:extLst>
  </p:cSld>
</p:sld>
</file>

<file path=ppt/slides/slide83.xml><?xml version="1.0" encoding="utf-8"?>
<p:sld xmlns:p="http://schemas.openxmlformats.org/presentationml/2006/main">
  <p:cSld>
    <p:bg>
      <p:bgPr>
        <a:solidFill xmlns:a="http://schemas.openxmlformats.org/drawingml/2006/main">
          <a:srgbClr val="FFF7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36949C8-0732-4176-9D6E-19B70BD7187B}"/>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MINI-BILAN</a:t>
            </a:r>
          </a:p>
        </p:txBody>
      </p:sp>
      <p:sp>
        <p:nvSpPr>
          <p:cNvPr id="2" name="">
            <a:extLst xmlns:a="http://schemas.openxmlformats.org/drawingml/2006/main">
              <a:ext uri="{FF2B5EF4-FFF2-40B4-BE49-F238E27FC236}">
                <a16:creationId xmlns:a16="http://schemas.microsoft.com/office/drawing/2014/main" id="{5A325B00-5901-4723-909D-B22E58DF4144}"/>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4283A"/>
                </a:solidFill>
                <a:latin typeface="DejaVu Sans"/>
                <a:ea typeface="DejaVu Sans"/>
                <a:cs typeface="DejaVu Sans"/>
              </a:defRPr>
            </a:pPr>
            <a:r>
              <a:rPr sz="3225" b="1">
                <a:solidFill>
                  <a:srgbClr val="14283A"/>
                </a:solidFill>
                <a:latin typeface="DejaVu Sans"/>
                <a:ea typeface="DejaVu Sans"/>
                <a:cs typeface="DejaVu Sans"/>
              </a:rPr>
              <a:t>Sept phrases à compléter</a:t>
            </a:r>
          </a:p>
        </p:txBody>
      </p:sp>
      <p:sp>
        <p:nvSpPr>
          <p:cNvPr id="3" name="">
            <a:extLst xmlns:a="http://schemas.openxmlformats.org/drawingml/2006/main">
              <a:ext uri="{FF2B5EF4-FFF2-40B4-BE49-F238E27FC236}">
                <a16:creationId xmlns:a16="http://schemas.microsoft.com/office/drawing/2014/main" id="{FB9796F3-39BB-46D8-B92D-BF1C06109294}"/>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Internet est…</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Le Web est…</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Un navigateur sert à…</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Un serveur Web…</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Le DNS aide à…</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Une URL…</a:t>
            </a:r>
          </a:p>
          <a:p xmlns:a="http://schemas.openxmlformats.org/drawingml/2006/main">
            <a:pPr>
              <a:defRPr sz="2175">
                <a:solidFill>
                  <a:srgbClr val="14283A"/>
                </a:solidFill>
                <a:latin typeface="DejaVu Sans"/>
                <a:ea typeface="DejaVu Sans"/>
                <a:cs typeface="DejaVu Sans"/>
              </a:defRPr>
            </a:pPr>
            <a:r>
              <a:rPr sz="2175">
                <a:solidFill>
                  <a:srgbClr val="14283A"/>
                </a:solidFill>
                <a:latin typeface="DejaVu Sans"/>
                <a:ea typeface="DejaVu Sans"/>
                <a:cs typeface="DejaVu Sans"/>
              </a:rPr>
              <a:t>Une requête HTTP…</a:t>
            </a:r>
          </a:p>
        </p:txBody>
      </p:sp>
    </p:spTree>
    <p:extLst>
      <p:ext uri="{BB962C8B-B14F-4D97-AF65-F5344CB8AC3E}">
        <p14:creationId xmlns:p14="http://schemas.microsoft.com/office/powerpoint/2010/main" val="341164037"/>
      </p:ext>
    </p:extLst>
  </p:cSld>
</p:sld>
</file>

<file path=ppt/slides/slide84.xml><?xml version="1.0" encoding="utf-8"?>
<p:sld xmlns:p="http://schemas.openxmlformats.org/presentationml/2006/main">
  <p:cSld>
    <p:bg>
      <p:bgPr>
        <a:solidFill xmlns:a="http://schemas.openxmlformats.org/drawingml/2006/main">
          <a:srgbClr val="4B214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E95E490-4FE8-40CC-93D7-C74070048DAB}"/>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FF8F70"/>
                </a:solidFill>
                <a:latin typeface="DejaVu Sans"/>
                <a:ea typeface="DejaVu Sans"/>
                <a:cs typeface="DejaVu Sans"/>
              </a:defRPr>
            </a:pPr>
            <a:r>
              <a:rPr sz="1275" b="1" spc="2">
                <a:solidFill>
                  <a:srgbClr val="FF8F70"/>
                </a:solidFill>
                <a:latin typeface="DejaVu Sans"/>
                <a:ea typeface="DejaVu Sans"/>
                <a:cs typeface="DejaVu Sans"/>
              </a:rPr>
              <a:t>TICKET DE SORTIE</a:t>
            </a:r>
          </a:p>
        </p:txBody>
      </p:sp>
      <p:sp>
        <p:nvSpPr>
          <p:cNvPr id="2" name="">
            <a:extLst xmlns:a="http://schemas.openxmlformats.org/drawingml/2006/main">
              <a:ext uri="{FF2B5EF4-FFF2-40B4-BE49-F238E27FC236}">
                <a16:creationId xmlns:a16="http://schemas.microsoft.com/office/drawing/2014/main" id="{2F0A9CC1-750E-472E-9642-ADB1DA5B21F3}"/>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7E8"/>
                </a:solidFill>
                <a:latin typeface="DejaVu Sans"/>
                <a:ea typeface="DejaVu Sans"/>
                <a:cs typeface="DejaVu Sans"/>
              </a:defRPr>
            </a:pPr>
            <a:r>
              <a:rPr sz="3225" b="1">
                <a:solidFill>
                  <a:srgbClr val="FFF7E8"/>
                </a:solidFill>
                <a:latin typeface="DejaVu Sans"/>
                <a:ea typeface="DejaVu Sans"/>
                <a:cs typeface="DejaVu Sans"/>
              </a:rPr>
              <a:t>Trois réponses avant de partir</a:t>
            </a:r>
          </a:p>
        </p:txBody>
      </p:sp>
      <p:sp>
        <p:nvSpPr>
          <p:cNvPr id="3" name="">
            <a:extLst xmlns:a="http://schemas.openxmlformats.org/drawingml/2006/main">
              <a:ext uri="{FF2B5EF4-FFF2-40B4-BE49-F238E27FC236}">
                <a16:creationId xmlns:a16="http://schemas.microsoft.com/office/drawing/2014/main" id="{54200BC3-3155-4AC6-B576-465F8052D06D}"/>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Une notion que je peux maintenant expliquer</a:t>
            </a:r>
          </a:p>
          <a:p xmlns:a="http://schemas.openxmlformats.org/drawingml/2006/main">
            <a:r>
              <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Une question que je me pose encore</a:t>
            </a:r>
          </a:p>
          <a:p xmlns:a="http://schemas.openxmlformats.org/drawingml/2006/main">
            <a:r>
              <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Mon niveau de confiance : 1, 2, 3, 4 ou 5</a:t>
            </a:r>
          </a:p>
        </p:txBody>
      </p:sp>
    </p:spTree>
    <p:extLst>
      <p:ext uri="{BB962C8B-B14F-4D97-AF65-F5344CB8AC3E}">
        <p14:creationId xmlns:p14="http://schemas.microsoft.com/office/powerpoint/2010/main" val="1698553945"/>
      </p:ext>
    </p:extLst>
  </p:cSld>
</p:sld>
</file>

<file path=ppt/slides/slide85.xml><?xml version="1.0" encoding="utf-8"?>
<p:sld xmlns:p="http://schemas.openxmlformats.org/presentationml/2006/main">
  <p:cSld>
    <p:bg>
      <p:bgPr>
        <a:solidFill xmlns:a="http://schemas.openxmlformats.org/drawingml/2006/main">
          <a:srgbClr val="1428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BEC79EC-5419-42A6-B9EA-A0677CBE5975}"/>
              </a:ext>
            </a:extLst>
          </p:cNvPr>
          <p:cNvSpPr>
            <a:spLocks xmlns:a="http://schemas.openxmlformats.org/drawingml/2006/main" noGrp="1"/>
          </p:cNvSpPr>
          <p:nvPr/>
        </p:nvSpPr>
        <p:spPr>
          <a:xfrm xmlns:a="http://schemas.openxmlformats.org/drawingml/2006/main">
            <a:off x="685800" y="400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spc="2">
                <a:solidFill>
                  <a:srgbClr val="48D6C5"/>
                </a:solidFill>
                <a:latin typeface="DejaVu Sans"/>
                <a:ea typeface="DejaVu Sans"/>
                <a:cs typeface="DejaVu Sans"/>
              </a:defRPr>
            </a:pPr>
            <a:r>
              <a:rPr sz="1275" b="1" spc="2">
                <a:solidFill>
                  <a:srgbClr val="48D6C5"/>
                </a:solidFill>
                <a:latin typeface="DejaVu Sans"/>
                <a:ea typeface="DejaVu Sans"/>
                <a:cs typeface="DejaVu Sans"/>
              </a:rPr>
              <a:t>PROCHAINE ÉTAPE</a:t>
            </a:r>
          </a:p>
        </p:txBody>
      </p:sp>
      <p:sp>
        <p:nvSpPr>
          <p:cNvPr id="2" name="">
            <a:extLst xmlns:a="http://schemas.openxmlformats.org/drawingml/2006/main">
              <a:ext uri="{FF2B5EF4-FFF2-40B4-BE49-F238E27FC236}">
                <a16:creationId xmlns:a16="http://schemas.microsoft.com/office/drawing/2014/main" id="{36C7F5CD-335D-4597-BF4B-25454B956976}"/>
              </a:ext>
            </a:extLst>
          </p:cNvPr>
          <p:cNvSpPr>
            <a:spLocks xmlns:a="http://schemas.openxmlformats.org/drawingml/2006/main" noGrp="1"/>
          </p:cNvSpPr>
          <p:nvPr/>
        </p:nvSpPr>
        <p:spPr>
          <a:xfrm xmlns:a="http://schemas.openxmlformats.org/drawingml/2006/main">
            <a:off x="685800" y="1066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7E8"/>
                </a:solidFill>
                <a:latin typeface="DejaVu Sans"/>
                <a:ea typeface="DejaVu Sans"/>
                <a:cs typeface="DejaVu Sans"/>
              </a:defRPr>
            </a:pPr>
            <a:r>
              <a:rPr sz="3225" b="1">
                <a:solidFill>
                  <a:srgbClr val="FFF7E8"/>
                </a:solidFill>
                <a:latin typeface="DejaVu Sans"/>
                <a:ea typeface="DejaVu Sans"/>
                <a:cs typeface="DejaVu Sans"/>
              </a:rPr>
              <a:t>Mardi : construire une première page Web</a:t>
            </a:r>
          </a:p>
        </p:txBody>
      </p:sp>
      <p:sp>
        <p:nvSpPr>
          <p:cNvPr id="3" name="">
            <a:extLst xmlns:a="http://schemas.openxmlformats.org/drawingml/2006/main">
              <a:ext uri="{FF2B5EF4-FFF2-40B4-BE49-F238E27FC236}">
                <a16:creationId xmlns:a16="http://schemas.microsoft.com/office/drawing/2014/main" id="{EE35918F-16E8-4C67-AB05-05EE5C1DDD7A}"/>
              </a:ext>
            </a:extLst>
          </p:cNvPr>
          <p:cNvSpPr>
            <a:spLocks xmlns:a="http://schemas.openxmlformats.org/drawingml/2006/main" noGrp="1"/>
          </p:cNvSpPr>
          <p:nvPr/>
        </p:nvSpPr>
        <p:spPr>
          <a:xfrm xmlns:a="http://schemas.openxmlformats.org/drawingml/2006/main">
            <a:off x="762000" y="2333625"/>
            <a:ext cx="10382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Fichiers, dossiers et extensions</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Prise en main de Visual Studio Code</a:t>
            </a:r>
          </a:p>
          <a:p xmlns:a="http://schemas.openxmlformats.org/drawingml/2006/main">
            <a:pPr>
              <a:defRPr sz="2175">
                <a:solidFill>
                  <a:srgbClr val="FFF7E8"/>
                </a:solidFill>
                <a:latin typeface="DejaVu Sans"/>
                <a:ea typeface="DejaVu Sans"/>
                <a:cs typeface="DejaVu Sans"/>
              </a:defRPr>
            </a:pPr>
            <a:r>
              <a:rPr sz="2175">
                <a:solidFill>
                  <a:srgbClr val="FFF7E8"/>
                </a:solidFill>
                <a:latin typeface="DejaVu Sans"/>
                <a:ea typeface="DejaVu Sans"/>
                <a:cs typeface="DejaVu Sans"/>
              </a:rPr>
              <a:t>Premières balises HTML</a:t>
            </a:r>
          </a:p>
        </p:txBody>
      </p:sp>
    </p:spTree>
    <p:extLst>
      <p:ext uri="{BB962C8B-B14F-4D97-AF65-F5344CB8AC3E}">
        <p14:creationId xmlns:p14="http://schemas.microsoft.com/office/powerpoint/2010/main" val="726709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2026-09-21T06:05:07.4080000Z</dcterms:created>
  <dcterms:modified xsi:type="dcterms:W3CDTF">2026-09-21T06:05:07.4080000Z</dcterms:modified>
</coreProperties>
</file>