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a8511874594152" /><Relationship Type="http://schemas.openxmlformats.org/officeDocument/2006/relationships/extended-properties" Target="/docProps/app.xml" Id="R23ffb4f2c9194e92" /><Relationship Type="http://schemas.openxmlformats.org/officeDocument/2006/relationships/officeDocument" Target="/ppt/presentation.xml" Id="R5d265b6e00d0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0bc63e7311492c"/>
  </p:sldMasterIdLst>
  <p:notesMasterIdLst>
    <p:notesMasterId xmlns:r="http://schemas.openxmlformats.org/officeDocument/2006/relationships" r:id="R1997f9cd88274fc0"/>
  </p:notesMasterIdLst>
  <p:sldIdLst>
    <p:sldId xmlns:r="http://schemas.openxmlformats.org/officeDocument/2006/relationships" id="256" r:id="R4e5f72aaa160478e"/>
    <p:sldId xmlns:r="http://schemas.openxmlformats.org/officeDocument/2006/relationships" id="257" r:id="R4d434b227a0b47cf"/>
    <p:sldId xmlns:r="http://schemas.openxmlformats.org/officeDocument/2006/relationships" id="258" r:id="R407109a5d9804b78"/>
    <p:sldId xmlns:r="http://schemas.openxmlformats.org/officeDocument/2006/relationships" id="259" r:id="Rffaac8dd62a14f29"/>
    <p:sldId xmlns:r="http://schemas.openxmlformats.org/officeDocument/2006/relationships" id="260" r:id="R63c18c8ca9da4a3a"/>
    <p:sldId xmlns:r="http://schemas.openxmlformats.org/officeDocument/2006/relationships" id="261" r:id="Rd917888c4622496c"/>
    <p:sldId xmlns:r="http://schemas.openxmlformats.org/officeDocument/2006/relationships" id="262" r:id="R47e536dee39b457d"/>
    <p:sldId xmlns:r="http://schemas.openxmlformats.org/officeDocument/2006/relationships" id="263" r:id="R191da8b772054af9"/>
    <p:sldId xmlns:r="http://schemas.openxmlformats.org/officeDocument/2006/relationships" id="264" r:id="Rd25d3aa56af24749"/>
    <p:sldId xmlns:r="http://schemas.openxmlformats.org/officeDocument/2006/relationships" id="265" r:id="Rac089ea245bc483e"/>
    <p:sldId xmlns:r="http://schemas.openxmlformats.org/officeDocument/2006/relationships" id="266" r:id="R8b2d3e0fec1547a4"/>
    <p:sldId xmlns:r="http://schemas.openxmlformats.org/officeDocument/2006/relationships" id="267" r:id="R7ccebd5dcc9845d8"/>
    <p:sldId xmlns:r="http://schemas.openxmlformats.org/officeDocument/2006/relationships" id="268" r:id="Rec0bd45ad5ce498a"/>
    <p:sldId xmlns:r="http://schemas.openxmlformats.org/officeDocument/2006/relationships" id="269" r:id="Rf209b727a9504db8"/>
    <p:sldId xmlns:r="http://schemas.openxmlformats.org/officeDocument/2006/relationships" id="270" r:id="Ra7a4b0006b2f48b2"/>
    <p:sldId xmlns:r="http://schemas.openxmlformats.org/officeDocument/2006/relationships" id="271" r:id="R18f4a65522284a06"/>
    <p:sldId xmlns:r="http://schemas.openxmlformats.org/officeDocument/2006/relationships" id="272" r:id="R7be0928d4b544ab4"/>
    <p:sldId xmlns:r="http://schemas.openxmlformats.org/officeDocument/2006/relationships" id="273" r:id="Rd55c418f18854456"/>
    <p:sldId xmlns:r="http://schemas.openxmlformats.org/officeDocument/2006/relationships" id="274" r:id="R7373ef16d3544648"/>
    <p:sldId xmlns:r="http://schemas.openxmlformats.org/officeDocument/2006/relationships" id="275" r:id="Rbc34c0c22bf44140"/>
    <p:sldId xmlns:r="http://schemas.openxmlformats.org/officeDocument/2006/relationships" id="276" r:id="R7fc16f56f04d431c"/>
    <p:sldId xmlns:r="http://schemas.openxmlformats.org/officeDocument/2006/relationships" id="277" r:id="R16b9cf75494840f6"/>
    <p:sldId xmlns:r="http://schemas.openxmlformats.org/officeDocument/2006/relationships" id="278" r:id="R02d5837c27c040ed"/>
    <p:sldId xmlns:r="http://schemas.openxmlformats.org/officeDocument/2006/relationships" id="279" r:id="Re0a9e7093eab415c"/>
    <p:sldId xmlns:r="http://schemas.openxmlformats.org/officeDocument/2006/relationships" id="280" r:id="Re4ae6af914014256"/>
    <p:sldId xmlns:r="http://schemas.openxmlformats.org/officeDocument/2006/relationships" id="281" r:id="R5122304e2caf4628"/>
    <p:sldId xmlns:r="http://schemas.openxmlformats.org/officeDocument/2006/relationships" id="282" r:id="Rec92b260377e477e"/>
    <p:sldId xmlns:r="http://schemas.openxmlformats.org/officeDocument/2006/relationships" id="283" r:id="R87484171b8654fa7"/>
    <p:sldId xmlns:r="http://schemas.openxmlformats.org/officeDocument/2006/relationships" id="284" r:id="Rf3f24b5ae8d14824"/>
    <p:sldId xmlns:r="http://schemas.openxmlformats.org/officeDocument/2006/relationships" id="285" r:id="R8f73bba362ab4deb"/>
    <p:sldId xmlns:r="http://schemas.openxmlformats.org/officeDocument/2006/relationships" id="286" r:id="R48c42a7026774ac0"/>
    <p:sldId xmlns:r="http://schemas.openxmlformats.org/officeDocument/2006/relationships" id="287" r:id="R28a680233aa14bec"/>
    <p:sldId xmlns:r="http://schemas.openxmlformats.org/officeDocument/2006/relationships" id="288" r:id="Rdc02c0b6a8a34bec"/>
    <p:sldId xmlns:r="http://schemas.openxmlformats.org/officeDocument/2006/relationships" id="289" r:id="R4c3eb8c053064960"/>
    <p:sldId xmlns:r="http://schemas.openxmlformats.org/officeDocument/2006/relationships" id="290" r:id="Rfc117fb2f8ec402f"/>
    <p:sldId xmlns:r="http://schemas.openxmlformats.org/officeDocument/2006/relationships" id="291" r:id="R0bb8bf6bdcc440bf"/>
    <p:sldId xmlns:r="http://schemas.openxmlformats.org/officeDocument/2006/relationships" id="292" r:id="R5eefc0b502c74db5"/>
    <p:sldId xmlns:r="http://schemas.openxmlformats.org/officeDocument/2006/relationships" id="293" r:id="R90b164f77fe348db"/>
    <p:sldId xmlns:r="http://schemas.openxmlformats.org/officeDocument/2006/relationships" id="294" r:id="Rd95d01892cb24265"/>
    <p:sldId xmlns:r="http://schemas.openxmlformats.org/officeDocument/2006/relationships" id="295" r:id="R2645819573494a85"/>
    <p:sldId xmlns:r="http://schemas.openxmlformats.org/officeDocument/2006/relationships" id="296" r:id="Rf1f80e7df66b4e6a"/>
    <p:sldId xmlns:r="http://schemas.openxmlformats.org/officeDocument/2006/relationships" id="297" r:id="Rd6ce48ec3d534a86"/>
    <p:sldId xmlns:r="http://schemas.openxmlformats.org/officeDocument/2006/relationships" id="298" r:id="R4c6bb83547424833"/>
    <p:sldId xmlns:r="http://schemas.openxmlformats.org/officeDocument/2006/relationships" id="299" r:id="Ra152fb4513e046bc"/>
    <p:sldId xmlns:r="http://schemas.openxmlformats.org/officeDocument/2006/relationships" id="300" r:id="Rf3be8ba0e8d54f3e"/>
    <p:sldId xmlns:r="http://schemas.openxmlformats.org/officeDocument/2006/relationships" id="301" r:id="R0fdae7c210fc4300"/>
    <p:sldId xmlns:r="http://schemas.openxmlformats.org/officeDocument/2006/relationships" id="302" r:id="R118b34af18554a78"/>
    <p:sldId xmlns:r="http://schemas.openxmlformats.org/officeDocument/2006/relationships" id="303" r:id="Rbcd6fcca62a44a5e"/>
    <p:sldId xmlns:r="http://schemas.openxmlformats.org/officeDocument/2006/relationships" id="304" r:id="Raa8eaf7809544bab"/>
    <p:sldId xmlns:r="http://schemas.openxmlformats.org/officeDocument/2006/relationships" id="305" r:id="Rb728fa08f6644c5d"/>
    <p:sldId xmlns:r="http://schemas.openxmlformats.org/officeDocument/2006/relationships" id="306" r:id="Rfccd0920d98845a3"/>
    <p:sldId xmlns:r="http://schemas.openxmlformats.org/officeDocument/2006/relationships" id="307" r:id="Rf577dbcef8c6465e"/>
    <p:sldId xmlns:r="http://schemas.openxmlformats.org/officeDocument/2006/relationships" id="308" r:id="Rd2beb73686f94a39"/>
    <p:sldId xmlns:r="http://schemas.openxmlformats.org/officeDocument/2006/relationships" id="309" r:id="R7e392dba337046fa"/>
    <p:sldId xmlns:r="http://schemas.openxmlformats.org/officeDocument/2006/relationships" id="310" r:id="R8d971313c6394dcf"/>
    <p:sldId xmlns:r="http://schemas.openxmlformats.org/officeDocument/2006/relationships" id="311" r:id="R0853314c238146e6"/>
    <p:sldId xmlns:r="http://schemas.openxmlformats.org/officeDocument/2006/relationships" id="312" r:id="Rd0de6d28fa00444c"/>
    <p:sldId xmlns:r="http://schemas.openxmlformats.org/officeDocument/2006/relationships" id="313" r:id="Rea3a0491b52643a3"/>
    <p:sldId xmlns:r="http://schemas.openxmlformats.org/officeDocument/2006/relationships" id="314" r:id="R5ec6dc521d7845ff"/>
    <p:sldId xmlns:r="http://schemas.openxmlformats.org/officeDocument/2006/relationships" id="315" r:id="R7089455cfced414e"/>
    <p:sldId xmlns:r="http://schemas.openxmlformats.org/officeDocument/2006/relationships" id="316" r:id="R90bca100c72d4088"/>
    <p:sldId xmlns:r="http://schemas.openxmlformats.org/officeDocument/2006/relationships" id="317" r:id="R4d8d8e3f973b4c37"/>
    <p:sldId xmlns:r="http://schemas.openxmlformats.org/officeDocument/2006/relationships" id="318" r:id="R92b19870a9244f10"/>
    <p:sldId xmlns:r="http://schemas.openxmlformats.org/officeDocument/2006/relationships" id="319" r:id="Rf690c43a51da4800"/>
    <p:sldId xmlns:r="http://schemas.openxmlformats.org/officeDocument/2006/relationships" id="320" r:id="R803beba5578a4c8f"/>
    <p:sldId xmlns:r="http://schemas.openxmlformats.org/officeDocument/2006/relationships" id="321" r:id="R71703f4b8cff48c0"/>
    <p:sldId xmlns:r="http://schemas.openxmlformats.org/officeDocument/2006/relationships" id="322" r:id="Reec6db8a9097490f"/>
    <p:sldId xmlns:r="http://schemas.openxmlformats.org/officeDocument/2006/relationships" id="323" r:id="R9ad5171611384170"/>
    <p:sldId xmlns:r="http://schemas.openxmlformats.org/officeDocument/2006/relationships" id="324" r:id="R95034482a2fa4bcb"/>
    <p:sldId xmlns:r="http://schemas.openxmlformats.org/officeDocument/2006/relationships" id="325" r:id="R89877b8027df47b9"/>
    <p:sldId xmlns:r="http://schemas.openxmlformats.org/officeDocument/2006/relationships" id="326" r:id="R520306f4cbbd44d7"/>
    <p:sldId xmlns:r="http://schemas.openxmlformats.org/officeDocument/2006/relationships" id="327" r:id="R4462ebc0ff534327"/>
    <p:sldId xmlns:r="http://schemas.openxmlformats.org/officeDocument/2006/relationships" id="328" r:id="R02ca370a822249d5"/>
    <p:sldId xmlns:r="http://schemas.openxmlformats.org/officeDocument/2006/relationships" id="329" r:id="R3294e688f6e84479"/>
    <p:sldId xmlns:r="http://schemas.openxmlformats.org/officeDocument/2006/relationships" id="330" r:id="Rdcd203f508d848b6"/>
    <p:sldId xmlns:r="http://schemas.openxmlformats.org/officeDocument/2006/relationships" id="331" r:id="R3509a50209d943f0"/>
    <p:sldId xmlns:r="http://schemas.openxmlformats.org/officeDocument/2006/relationships" id="332" r:id="Rb37f2e5452ac48f9"/>
    <p:sldId xmlns:r="http://schemas.openxmlformats.org/officeDocument/2006/relationships" id="333" r:id="R985803679d914287"/>
    <p:sldId xmlns:r="http://schemas.openxmlformats.org/officeDocument/2006/relationships" id="334" r:id="Rb49c6a4a4ed34892"/>
    <p:sldId xmlns:r="http://schemas.openxmlformats.org/officeDocument/2006/relationships" id="335" r:id="Rf83106b1a703439d"/>
    <p:sldId xmlns:r="http://schemas.openxmlformats.org/officeDocument/2006/relationships" id="336" r:id="R0f32658904014bd3"/>
    <p:sldId xmlns:r="http://schemas.openxmlformats.org/officeDocument/2006/relationships" id="337" r:id="Rb2415f6f404d4c42"/>
    <p:sldId xmlns:r="http://schemas.openxmlformats.org/officeDocument/2006/relationships" id="338" r:id="R3215e4ebc11d42a8"/>
    <p:sldId xmlns:r="http://schemas.openxmlformats.org/officeDocument/2006/relationships" id="339" r:id="Rcc11e59bd21743b6"/>
    <p:sldId xmlns:r="http://schemas.openxmlformats.org/officeDocument/2006/relationships" id="340" r:id="Rdab73e4adbed4326"/>
    <p:sldId xmlns:r="http://schemas.openxmlformats.org/officeDocument/2006/relationships" id="341" r:id="Re64c691fd6d84979"/>
    <p:sldId xmlns:r="http://schemas.openxmlformats.org/officeDocument/2006/relationships" id="342" r:id="Ra6ef76fc26344e17"/>
    <p:sldId xmlns:r="http://schemas.openxmlformats.org/officeDocument/2006/relationships" id="343" r:id="R33bc8ef57ab44309"/>
    <p:sldId xmlns:r="http://schemas.openxmlformats.org/officeDocument/2006/relationships" id="344" r:id="R6f04c99b05084110"/>
    <p:sldId xmlns:r="http://schemas.openxmlformats.org/officeDocument/2006/relationships" id="345" r:id="R2816813863e848cc"/>
    <p:sldId xmlns:r="http://schemas.openxmlformats.org/officeDocument/2006/relationships" id="346" r:id="R8f425949babe4e29"/>
    <p:sldId xmlns:r="http://schemas.openxmlformats.org/officeDocument/2006/relationships" id="347" r:id="Rfd0cf4d89c684bd4"/>
    <p:sldId xmlns:r="http://schemas.openxmlformats.org/officeDocument/2006/relationships" id="348" r:id="Rf3488d66561644ff"/>
    <p:sldId xmlns:r="http://schemas.openxmlformats.org/officeDocument/2006/relationships" id="349" r:id="R83448ba2bad14fc7"/>
    <p:sldId xmlns:r="http://schemas.openxmlformats.org/officeDocument/2006/relationships" id="350" r:id="R3dee90df30824a1a"/>
    <p:sldId xmlns:r="http://schemas.openxmlformats.org/officeDocument/2006/relationships" id="351" r:id="R1296ed33c2cd4d35"/>
    <p:sldId xmlns:r="http://schemas.openxmlformats.org/officeDocument/2006/relationships" id="352" r:id="R2c149cbea99048d4"/>
    <p:sldId xmlns:r="http://schemas.openxmlformats.org/officeDocument/2006/relationships" id="353" r:id="Rf3bc7dc5a8314651"/>
    <p:sldId xmlns:r="http://schemas.openxmlformats.org/officeDocument/2006/relationships" id="354" r:id="R150a389500214e29"/>
    <p:sldId xmlns:r="http://schemas.openxmlformats.org/officeDocument/2006/relationships" id="355" r:id="Ra5ed34db3bd549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17a8fcd41e455a" /><Relationship Type="http://schemas.openxmlformats.org/officeDocument/2006/relationships/slideMaster" Target="/ppt/slideMasters/slideMaster1.xml" Id="R900bc63e7311492c" /><Relationship Type="http://schemas.openxmlformats.org/officeDocument/2006/relationships/notesMaster" Target="/ppt/notesMasters/notesMaster1.xml" Id="R1997f9cd88274fc0" /><Relationship Type="http://schemas.openxmlformats.org/officeDocument/2006/relationships/presProps" Target="/ppt/presProps.xml" Id="R9706e4c29a3b47a8" /><Relationship Type="http://schemas.openxmlformats.org/officeDocument/2006/relationships/tableStyles" Target="/ppt/tableStyles.xml" Id="R03bd3f4e13e5454e" /><Relationship Type="http://schemas.openxmlformats.org/officeDocument/2006/relationships/slide" Target="/ppt/slides/slide1.xml" Id="R4e5f72aaa160478e" /><Relationship Type="http://schemas.openxmlformats.org/officeDocument/2006/relationships/slide" Target="/ppt/slides/slide2.xml" Id="R4d434b227a0b47cf" /><Relationship Type="http://schemas.openxmlformats.org/officeDocument/2006/relationships/slide" Target="/ppt/slides/slide3.xml" Id="R407109a5d9804b78" /><Relationship Type="http://schemas.openxmlformats.org/officeDocument/2006/relationships/slide" Target="/ppt/slides/slide4.xml" Id="Rffaac8dd62a14f29" /><Relationship Type="http://schemas.openxmlformats.org/officeDocument/2006/relationships/slide" Target="/ppt/slides/slide5.xml" Id="R63c18c8ca9da4a3a" /><Relationship Type="http://schemas.openxmlformats.org/officeDocument/2006/relationships/slide" Target="/ppt/slides/slide6.xml" Id="Rd917888c4622496c" /><Relationship Type="http://schemas.openxmlformats.org/officeDocument/2006/relationships/slide" Target="/ppt/slides/slide7.xml" Id="R47e536dee39b457d" /><Relationship Type="http://schemas.openxmlformats.org/officeDocument/2006/relationships/slide" Target="/ppt/slides/slide8.xml" Id="R191da8b772054af9" /><Relationship Type="http://schemas.openxmlformats.org/officeDocument/2006/relationships/slide" Target="/ppt/slides/slide9.xml" Id="Rd25d3aa56af24749" /><Relationship Type="http://schemas.openxmlformats.org/officeDocument/2006/relationships/slide" Target="/ppt/slides/slide10.xml" Id="Rac089ea245bc483e" /><Relationship Type="http://schemas.openxmlformats.org/officeDocument/2006/relationships/slide" Target="/ppt/slides/slide11.xml" Id="R8b2d3e0fec1547a4" /><Relationship Type="http://schemas.openxmlformats.org/officeDocument/2006/relationships/slide" Target="/ppt/slides/slide12.xml" Id="R7ccebd5dcc9845d8" /><Relationship Type="http://schemas.openxmlformats.org/officeDocument/2006/relationships/slide" Target="/ppt/slides/slide13.xml" Id="Rec0bd45ad5ce498a" /><Relationship Type="http://schemas.openxmlformats.org/officeDocument/2006/relationships/slide" Target="/ppt/slides/slide14.xml" Id="Rf209b727a9504db8" /><Relationship Type="http://schemas.openxmlformats.org/officeDocument/2006/relationships/slide" Target="/ppt/slides/slide15.xml" Id="Ra7a4b0006b2f48b2" /><Relationship Type="http://schemas.openxmlformats.org/officeDocument/2006/relationships/slide" Target="/ppt/slides/slide16.xml" Id="R18f4a65522284a06" /><Relationship Type="http://schemas.openxmlformats.org/officeDocument/2006/relationships/slide" Target="/ppt/slides/slide17.xml" Id="R7be0928d4b544ab4" /><Relationship Type="http://schemas.openxmlformats.org/officeDocument/2006/relationships/slide" Target="/ppt/slides/slide18.xml" Id="Rd55c418f18854456" /><Relationship Type="http://schemas.openxmlformats.org/officeDocument/2006/relationships/slide" Target="/ppt/slides/slide19.xml" Id="R7373ef16d3544648" /><Relationship Type="http://schemas.openxmlformats.org/officeDocument/2006/relationships/slide" Target="/ppt/slides/slide20.xml" Id="Rbc34c0c22bf44140" /><Relationship Type="http://schemas.openxmlformats.org/officeDocument/2006/relationships/slide" Target="/ppt/slides/slide21.xml" Id="R7fc16f56f04d431c" /><Relationship Type="http://schemas.openxmlformats.org/officeDocument/2006/relationships/slide" Target="/ppt/slides/slide22.xml" Id="R16b9cf75494840f6" /><Relationship Type="http://schemas.openxmlformats.org/officeDocument/2006/relationships/slide" Target="/ppt/slides/slide23.xml" Id="R02d5837c27c040ed" /><Relationship Type="http://schemas.openxmlformats.org/officeDocument/2006/relationships/slide" Target="/ppt/slides/slide24.xml" Id="Re0a9e7093eab415c" /><Relationship Type="http://schemas.openxmlformats.org/officeDocument/2006/relationships/slide" Target="/ppt/slides/slide25.xml" Id="Re4ae6af914014256" /><Relationship Type="http://schemas.openxmlformats.org/officeDocument/2006/relationships/slide" Target="/ppt/slides/slide26.xml" Id="R5122304e2caf4628" /><Relationship Type="http://schemas.openxmlformats.org/officeDocument/2006/relationships/slide" Target="/ppt/slides/slide27.xml" Id="Rec92b260377e477e" /><Relationship Type="http://schemas.openxmlformats.org/officeDocument/2006/relationships/slide" Target="/ppt/slides/slide28.xml" Id="R87484171b8654fa7" /><Relationship Type="http://schemas.openxmlformats.org/officeDocument/2006/relationships/slide" Target="/ppt/slides/slide29.xml" Id="Rf3f24b5ae8d14824" /><Relationship Type="http://schemas.openxmlformats.org/officeDocument/2006/relationships/slide" Target="/ppt/slides/slide30.xml" Id="R8f73bba362ab4deb" /><Relationship Type="http://schemas.openxmlformats.org/officeDocument/2006/relationships/slide" Target="/ppt/slides/slide31.xml" Id="R48c42a7026774ac0" /><Relationship Type="http://schemas.openxmlformats.org/officeDocument/2006/relationships/slide" Target="/ppt/slides/slide32.xml" Id="R28a680233aa14bec" /><Relationship Type="http://schemas.openxmlformats.org/officeDocument/2006/relationships/slide" Target="/ppt/slides/slide33.xml" Id="Rdc02c0b6a8a34bec" /><Relationship Type="http://schemas.openxmlformats.org/officeDocument/2006/relationships/slide" Target="/ppt/slides/slide34.xml" Id="R4c3eb8c053064960" /><Relationship Type="http://schemas.openxmlformats.org/officeDocument/2006/relationships/slide" Target="/ppt/slides/slide35.xml" Id="Rfc117fb2f8ec402f" /><Relationship Type="http://schemas.openxmlformats.org/officeDocument/2006/relationships/slide" Target="/ppt/slides/slide36.xml" Id="R0bb8bf6bdcc440bf" /><Relationship Type="http://schemas.openxmlformats.org/officeDocument/2006/relationships/slide" Target="/ppt/slides/slide37.xml" Id="R5eefc0b502c74db5" /><Relationship Type="http://schemas.openxmlformats.org/officeDocument/2006/relationships/slide" Target="/ppt/slides/slide38.xml" Id="R90b164f77fe348db" /><Relationship Type="http://schemas.openxmlformats.org/officeDocument/2006/relationships/slide" Target="/ppt/slides/slide39.xml" Id="Rd95d01892cb24265" /><Relationship Type="http://schemas.openxmlformats.org/officeDocument/2006/relationships/slide" Target="/ppt/slides/slide40.xml" Id="R2645819573494a85" /><Relationship Type="http://schemas.openxmlformats.org/officeDocument/2006/relationships/slide" Target="/ppt/slides/slide41.xml" Id="Rf1f80e7df66b4e6a" /><Relationship Type="http://schemas.openxmlformats.org/officeDocument/2006/relationships/slide" Target="/ppt/slides/slide42.xml" Id="Rd6ce48ec3d534a86" /><Relationship Type="http://schemas.openxmlformats.org/officeDocument/2006/relationships/slide" Target="/ppt/slides/slide43.xml" Id="R4c6bb83547424833" /><Relationship Type="http://schemas.openxmlformats.org/officeDocument/2006/relationships/slide" Target="/ppt/slides/slide44.xml" Id="Ra152fb4513e046bc" /><Relationship Type="http://schemas.openxmlformats.org/officeDocument/2006/relationships/slide" Target="/ppt/slides/slide45.xml" Id="Rf3be8ba0e8d54f3e" /><Relationship Type="http://schemas.openxmlformats.org/officeDocument/2006/relationships/slide" Target="/ppt/slides/slide46.xml" Id="R0fdae7c210fc4300" /><Relationship Type="http://schemas.openxmlformats.org/officeDocument/2006/relationships/slide" Target="/ppt/slides/slide47.xml" Id="R118b34af18554a78" /><Relationship Type="http://schemas.openxmlformats.org/officeDocument/2006/relationships/slide" Target="/ppt/slides/slide48.xml" Id="Rbcd6fcca62a44a5e" /><Relationship Type="http://schemas.openxmlformats.org/officeDocument/2006/relationships/slide" Target="/ppt/slides/slide49.xml" Id="Raa8eaf7809544bab" /><Relationship Type="http://schemas.openxmlformats.org/officeDocument/2006/relationships/slide" Target="/ppt/slides/slide50.xml" Id="Rb728fa08f6644c5d" /><Relationship Type="http://schemas.openxmlformats.org/officeDocument/2006/relationships/slide" Target="/ppt/slides/slide51.xml" Id="Rfccd0920d98845a3" /><Relationship Type="http://schemas.openxmlformats.org/officeDocument/2006/relationships/slide" Target="/ppt/slides/slide52.xml" Id="Rf577dbcef8c6465e" /><Relationship Type="http://schemas.openxmlformats.org/officeDocument/2006/relationships/slide" Target="/ppt/slides/slide53.xml" Id="Rd2beb73686f94a39" /><Relationship Type="http://schemas.openxmlformats.org/officeDocument/2006/relationships/slide" Target="/ppt/slides/slide54.xml" Id="R7e392dba337046fa" /><Relationship Type="http://schemas.openxmlformats.org/officeDocument/2006/relationships/slide" Target="/ppt/slides/slide55.xml" Id="R8d971313c6394dcf" /><Relationship Type="http://schemas.openxmlformats.org/officeDocument/2006/relationships/slide" Target="/ppt/slides/slide56.xml" Id="R0853314c238146e6" /><Relationship Type="http://schemas.openxmlformats.org/officeDocument/2006/relationships/slide" Target="/ppt/slides/slide57.xml" Id="Rd0de6d28fa00444c" /><Relationship Type="http://schemas.openxmlformats.org/officeDocument/2006/relationships/slide" Target="/ppt/slides/slide58.xml" Id="Rea3a0491b52643a3" /><Relationship Type="http://schemas.openxmlformats.org/officeDocument/2006/relationships/slide" Target="/ppt/slides/slide59.xml" Id="R5ec6dc521d7845ff" /><Relationship Type="http://schemas.openxmlformats.org/officeDocument/2006/relationships/slide" Target="/ppt/slides/slide60.xml" Id="R7089455cfced414e" /><Relationship Type="http://schemas.openxmlformats.org/officeDocument/2006/relationships/slide" Target="/ppt/slides/slide61.xml" Id="R90bca100c72d4088" /><Relationship Type="http://schemas.openxmlformats.org/officeDocument/2006/relationships/slide" Target="/ppt/slides/slide62.xml" Id="R4d8d8e3f973b4c37" /><Relationship Type="http://schemas.openxmlformats.org/officeDocument/2006/relationships/slide" Target="/ppt/slides/slide63.xml" Id="R92b19870a9244f10" /><Relationship Type="http://schemas.openxmlformats.org/officeDocument/2006/relationships/slide" Target="/ppt/slides/slide64.xml" Id="Rf690c43a51da4800" /><Relationship Type="http://schemas.openxmlformats.org/officeDocument/2006/relationships/slide" Target="/ppt/slides/slide65.xml" Id="R803beba5578a4c8f" /><Relationship Type="http://schemas.openxmlformats.org/officeDocument/2006/relationships/slide" Target="/ppt/slides/slide66.xml" Id="R71703f4b8cff48c0" /><Relationship Type="http://schemas.openxmlformats.org/officeDocument/2006/relationships/slide" Target="/ppt/slides/slide67.xml" Id="Reec6db8a9097490f" /><Relationship Type="http://schemas.openxmlformats.org/officeDocument/2006/relationships/slide" Target="/ppt/slides/slide68.xml" Id="R9ad5171611384170" /><Relationship Type="http://schemas.openxmlformats.org/officeDocument/2006/relationships/slide" Target="/ppt/slides/slide69.xml" Id="R95034482a2fa4bcb" /><Relationship Type="http://schemas.openxmlformats.org/officeDocument/2006/relationships/slide" Target="/ppt/slides/slide70.xml" Id="R89877b8027df47b9" /><Relationship Type="http://schemas.openxmlformats.org/officeDocument/2006/relationships/slide" Target="/ppt/slides/slide71.xml" Id="R520306f4cbbd44d7" /><Relationship Type="http://schemas.openxmlformats.org/officeDocument/2006/relationships/slide" Target="/ppt/slides/slide72.xml" Id="R4462ebc0ff534327" /><Relationship Type="http://schemas.openxmlformats.org/officeDocument/2006/relationships/slide" Target="/ppt/slides/slide73.xml" Id="R02ca370a822249d5" /><Relationship Type="http://schemas.openxmlformats.org/officeDocument/2006/relationships/slide" Target="/ppt/slides/slide74.xml" Id="R3294e688f6e84479" /><Relationship Type="http://schemas.openxmlformats.org/officeDocument/2006/relationships/slide" Target="/ppt/slides/slide75.xml" Id="Rdcd203f508d848b6" /><Relationship Type="http://schemas.openxmlformats.org/officeDocument/2006/relationships/slide" Target="/ppt/slides/slide76.xml" Id="R3509a50209d943f0" /><Relationship Type="http://schemas.openxmlformats.org/officeDocument/2006/relationships/slide" Target="/ppt/slides/slide77.xml" Id="Rb37f2e5452ac48f9" /><Relationship Type="http://schemas.openxmlformats.org/officeDocument/2006/relationships/slide" Target="/ppt/slides/slide78.xml" Id="R985803679d914287" /><Relationship Type="http://schemas.openxmlformats.org/officeDocument/2006/relationships/slide" Target="/ppt/slides/slide79.xml" Id="Rb49c6a4a4ed34892" /><Relationship Type="http://schemas.openxmlformats.org/officeDocument/2006/relationships/slide" Target="/ppt/slides/slide80.xml" Id="Rf83106b1a703439d" /><Relationship Type="http://schemas.openxmlformats.org/officeDocument/2006/relationships/slide" Target="/ppt/slides/slide81.xml" Id="R0f32658904014bd3" /><Relationship Type="http://schemas.openxmlformats.org/officeDocument/2006/relationships/slide" Target="/ppt/slides/slide82.xml" Id="Rb2415f6f404d4c42" /><Relationship Type="http://schemas.openxmlformats.org/officeDocument/2006/relationships/slide" Target="/ppt/slides/slide83.xml" Id="R3215e4ebc11d42a8" /><Relationship Type="http://schemas.openxmlformats.org/officeDocument/2006/relationships/slide" Target="/ppt/slides/slide84.xml" Id="Rcc11e59bd21743b6" /><Relationship Type="http://schemas.openxmlformats.org/officeDocument/2006/relationships/slide" Target="/ppt/slides/slide85.xml" Id="Rdab73e4adbed4326" /><Relationship Type="http://schemas.openxmlformats.org/officeDocument/2006/relationships/slide" Target="/ppt/slides/slide86.xml" Id="Re64c691fd6d84979" /><Relationship Type="http://schemas.openxmlformats.org/officeDocument/2006/relationships/slide" Target="/ppt/slides/slide87.xml" Id="Ra6ef76fc26344e17" /><Relationship Type="http://schemas.openxmlformats.org/officeDocument/2006/relationships/slide" Target="/ppt/slides/slide88.xml" Id="R33bc8ef57ab44309" /><Relationship Type="http://schemas.openxmlformats.org/officeDocument/2006/relationships/slide" Target="/ppt/slides/slide89.xml" Id="R6f04c99b05084110" /><Relationship Type="http://schemas.openxmlformats.org/officeDocument/2006/relationships/slide" Target="/ppt/slides/slide90.xml" Id="R2816813863e848cc" /><Relationship Type="http://schemas.openxmlformats.org/officeDocument/2006/relationships/slide" Target="/ppt/slides/slide91.xml" Id="R8f425949babe4e29" /><Relationship Type="http://schemas.openxmlformats.org/officeDocument/2006/relationships/slide" Target="/ppt/slides/slide92.xml" Id="Rfd0cf4d89c684bd4" /><Relationship Type="http://schemas.openxmlformats.org/officeDocument/2006/relationships/slide" Target="/ppt/slides/slide93.xml" Id="Rf3488d66561644ff" /><Relationship Type="http://schemas.openxmlformats.org/officeDocument/2006/relationships/slide" Target="/ppt/slides/slide94.xml" Id="R83448ba2bad14fc7" /><Relationship Type="http://schemas.openxmlformats.org/officeDocument/2006/relationships/slide" Target="/ppt/slides/slide95.xml" Id="R3dee90df30824a1a" /><Relationship Type="http://schemas.openxmlformats.org/officeDocument/2006/relationships/slide" Target="/ppt/slides/slide96.xml" Id="R1296ed33c2cd4d35" /><Relationship Type="http://schemas.openxmlformats.org/officeDocument/2006/relationships/slide" Target="/ppt/slides/slide97.xml" Id="R2c149cbea99048d4" /><Relationship Type="http://schemas.openxmlformats.org/officeDocument/2006/relationships/slide" Target="/ppt/slides/slide98.xml" Id="Rf3bc7dc5a8314651" /><Relationship Type="http://schemas.openxmlformats.org/officeDocument/2006/relationships/slide" Target="/ppt/slides/slide99.xml" Id="R150a389500214e29" /><Relationship Type="http://schemas.openxmlformats.org/officeDocument/2006/relationships/slide" Target="/ppt/slides/slide100.xml" Id="Ra5ed34db3bd5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d26c7e94b9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0fc160c235437b" /><Relationship Type="http://schemas.openxmlformats.org/officeDocument/2006/relationships/notesMaster" Target="/ppt/notesMasters/notesMaster1.xml" Id="Rfedbe0421b1645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2db30fa1094e2a" /><Relationship Type="http://schemas.openxmlformats.org/officeDocument/2006/relationships/notesMaster" Target="/ppt/notesMasters/notesMaster1.xml" Id="R254b4de3afbe4c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c30c8764954cd3" /><Relationship Type="http://schemas.openxmlformats.org/officeDocument/2006/relationships/notesMaster" Target="/ppt/notesMasters/notesMaster1.xml" Id="R22d1b66399514d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f45aae039140b1" /><Relationship Type="http://schemas.openxmlformats.org/officeDocument/2006/relationships/notesMaster" Target="/ppt/notesMasters/notesMaster1.xml" Id="R7e12d2035f09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e0ecd8e614827" /><Relationship Type="http://schemas.openxmlformats.org/officeDocument/2006/relationships/notesMaster" Target="/ppt/notesMasters/notesMaster1.xml" Id="Ra36ea4546a1948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8ee412bfd54881" /><Relationship Type="http://schemas.openxmlformats.org/officeDocument/2006/relationships/notesMaster" Target="/ppt/notesMasters/notesMaster1.xml" Id="R888633f77f94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31d42459db4b16" /><Relationship Type="http://schemas.openxmlformats.org/officeDocument/2006/relationships/notesMaster" Target="/ppt/notesMasters/notesMaster1.xml" Id="Rd8f3665293ef46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044848670d4e66" /><Relationship Type="http://schemas.openxmlformats.org/officeDocument/2006/relationships/notesMaster" Target="/ppt/notesMasters/notesMaster1.xml" Id="R9ed0e55f863544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4a8030adfb4f8b" /><Relationship Type="http://schemas.openxmlformats.org/officeDocument/2006/relationships/notesMaster" Target="/ppt/notesMasters/notesMaster1.xml" Id="R9a90d83c1da34c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e6896fbb5f4c2b" /><Relationship Type="http://schemas.openxmlformats.org/officeDocument/2006/relationships/notesMaster" Target="/ppt/notesMasters/notesMaster1.xml" Id="R195888f3a26240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6c0c0ce4894f8a" /><Relationship Type="http://schemas.openxmlformats.org/officeDocument/2006/relationships/notesMaster" Target="/ppt/notesMasters/notesMaster1.xml" Id="R6e44f26f169442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e3c07d3e2a459f" /><Relationship Type="http://schemas.openxmlformats.org/officeDocument/2006/relationships/notesMaster" Target="/ppt/notesMasters/notesMaster1.xml" Id="Rc87170f7bf4045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3b3b3846304b34" /><Relationship Type="http://schemas.openxmlformats.org/officeDocument/2006/relationships/notesMaster" Target="/ppt/notesMasters/notesMaster1.xml" Id="Rce3f514c73b444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dcfc8a37a1478b" /><Relationship Type="http://schemas.openxmlformats.org/officeDocument/2006/relationships/notesMaster" Target="/ppt/notesMasters/notesMaster1.xml" Id="R57c9340252c041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1b25fa2c6a40f5" /><Relationship Type="http://schemas.openxmlformats.org/officeDocument/2006/relationships/notesMaster" Target="/ppt/notesMasters/notesMaster1.xml" Id="Rd835fad5b15a4f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1e359b8fa44269" /><Relationship Type="http://schemas.openxmlformats.org/officeDocument/2006/relationships/notesMaster" Target="/ppt/notesMasters/notesMaster1.xml" Id="R024a4f20b65644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d970f4656845e1" /><Relationship Type="http://schemas.openxmlformats.org/officeDocument/2006/relationships/notesMaster" Target="/ppt/notesMasters/notesMaster1.xml" Id="Ra4f8cca12ea440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49b76e86f4470f" /><Relationship Type="http://schemas.openxmlformats.org/officeDocument/2006/relationships/notesMaster" Target="/ppt/notesMasters/notesMaster1.xml" Id="R7d22bd4e561244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f60e5d1c704254" /><Relationship Type="http://schemas.openxmlformats.org/officeDocument/2006/relationships/notesMaster" Target="/ppt/notesMasters/notesMaster1.xml" Id="R512493542e2e46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c08400f01b432e" /><Relationship Type="http://schemas.openxmlformats.org/officeDocument/2006/relationships/notesMaster" Target="/ppt/notesMasters/notesMaster1.xml" Id="Rf974376dff9348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366f51af1b446f" /><Relationship Type="http://schemas.openxmlformats.org/officeDocument/2006/relationships/notesMaster" Target="/ppt/notesMasters/notesMaster1.xml" Id="Rdc2ecb12984846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8e523a7f2a4fc1" /><Relationship Type="http://schemas.openxmlformats.org/officeDocument/2006/relationships/notesMaster" Target="/ppt/notesMasters/notesMaster1.xml" Id="Rfe431a0e08f040f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fb1cb79cd744f4" /><Relationship Type="http://schemas.openxmlformats.org/officeDocument/2006/relationships/notesMaster" Target="/ppt/notesMasters/notesMaster1.xml" Id="R629a62194f3741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785bde32044793" /><Relationship Type="http://schemas.openxmlformats.org/officeDocument/2006/relationships/notesMaster" Target="/ppt/notesMasters/notesMaster1.xml" Id="R0486ec713a2045e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697dfb291a4ce3" /><Relationship Type="http://schemas.openxmlformats.org/officeDocument/2006/relationships/notesMaster" Target="/ppt/notesMasters/notesMaster1.xml" Id="R7c7b9dfb7022409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a9cc4a414c34ba6" /><Relationship Type="http://schemas.openxmlformats.org/officeDocument/2006/relationships/notesMaster" Target="/ppt/notesMasters/notesMaster1.xml" Id="Rf3a27a8a10514c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f0afb01fc4843c1" /><Relationship Type="http://schemas.openxmlformats.org/officeDocument/2006/relationships/notesMaster" Target="/ppt/notesMasters/notesMaster1.xml" Id="Rf29a975cad134d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0fda8df08754b23" /><Relationship Type="http://schemas.openxmlformats.org/officeDocument/2006/relationships/notesMaster" Target="/ppt/notesMasters/notesMaster1.xml" Id="R790289c2064b450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05c8ea2f054ff6" /><Relationship Type="http://schemas.openxmlformats.org/officeDocument/2006/relationships/notesMaster" Target="/ppt/notesMasters/notesMaster1.xml" Id="Rce46febbe8df46c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1bb98112d74d58" /><Relationship Type="http://schemas.openxmlformats.org/officeDocument/2006/relationships/notesMaster" Target="/ppt/notesMasters/notesMaster1.xml" Id="Rbf9092d403574b5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c872d285f6466f" /><Relationship Type="http://schemas.openxmlformats.org/officeDocument/2006/relationships/notesMaster" Target="/ppt/notesMasters/notesMaster1.xml" Id="R8cbb2e5a1229467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ee2421376714877" /><Relationship Type="http://schemas.openxmlformats.org/officeDocument/2006/relationships/notesMaster" Target="/ppt/notesMasters/notesMaster1.xml" Id="R4120c4d111b84cc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a011e2e986b4aec" /><Relationship Type="http://schemas.openxmlformats.org/officeDocument/2006/relationships/notesMaster" Target="/ppt/notesMasters/notesMaster1.xml" Id="Rda39995ecaf1405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86982d5892b4ecd" /><Relationship Type="http://schemas.openxmlformats.org/officeDocument/2006/relationships/notesMaster" Target="/ppt/notesMasters/notesMaster1.xml" Id="R4e9f55b96b024f1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ad0986e80744bfa" /><Relationship Type="http://schemas.openxmlformats.org/officeDocument/2006/relationships/notesMaster" Target="/ppt/notesMasters/notesMaster1.xml" Id="Rf1447b11c7fa4a8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9b2dd7499540f3" /><Relationship Type="http://schemas.openxmlformats.org/officeDocument/2006/relationships/notesMaster" Target="/ppt/notesMasters/notesMaster1.xml" Id="R8020bb80aa4748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584e937e1674e7a" /><Relationship Type="http://schemas.openxmlformats.org/officeDocument/2006/relationships/notesMaster" Target="/ppt/notesMasters/notesMaster1.xml" Id="Rbde0b4622e2048e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d12b0e3e73940f2" /><Relationship Type="http://schemas.openxmlformats.org/officeDocument/2006/relationships/notesMaster" Target="/ppt/notesMasters/notesMaster1.xml" Id="Rdd4a5dd656b147c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659865549b94e9d" /><Relationship Type="http://schemas.openxmlformats.org/officeDocument/2006/relationships/notesMaster" Target="/ppt/notesMasters/notesMaster1.xml" Id="Rb3836ded0a9b48c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46cb0692ac242c0" /><Relationship Type="http://schemas.openxmlformats.org/officeDocument/2006/relationships/notesMaster" Target="/ppt/notesMasters/notesMaster1.xml" Id="Rb247eb406cb741b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e78ea0089ae4752" /><Relationship Type="http://schemas.openxmlformats.org/officeDocument/2006/relationships/notesMaster" Target="/ppt/notesMasters/notesMaster1.xml" Id="Rec1a6ee39bed461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5c7546098db45ea" /><Relationship Type="http://schemas.openxmlformats.org/officeDocument/2006/relationships/notesMaster" Target="/ppt/notesMasters/notesMaster1.xml" Id="R58495e04ea0547d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40534155dc04b47" /><Relationship Type="http://schemas.openxmlformats.org/officeDocument/2006/relationships/notesMaster" Target="/ppt/notesMasters/notesMaster1.xml" Id="R3fa683462442400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9e42e3b1295418b" /><Relationship Type="http://schemas.openxmlformats.org/officeDocument/2006/relationships/notesMaster" Target="/ppt/notesMasters/notesMaster1.xml" Id="Ra8cadf74415b417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b91823342c14585" /><Relationship Type="http://schemas.openxmlformats.org/officeDocument/2006/relationships/notesMaster" Target="/ppt/notesMasters/notesMaster1.xml" Id="Rbf7f0d4e00f2435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e9bc2ff7b4040b9" /><Relationship Type="http://schemas.openxmlformats.org/officeDocument/2006/relationships/notesMaster" Target="/ppt/notesMasters/notesMaster1.xml" Id="R116b6e1ab0b6488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5f914fce4cf4e49" /><Relationship Type="http://schemas.openxmlformats.org/officeDocument/2006/relationships/notesMaster" Target="/ppt/notesMasters/notesMaster1.xml" Id="R06339366ee52451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5ee1e6f8ac84461" /><Relationship Type="http://schemas.openxmlformats.org/officeDocument/2006/relationships/notesMaster" Target="/ppt/notesMasters/notesMaster1.xml" Id="R0f217b4d7ca4412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2536042d69d4448" /><Relationship Type="http://schemas.openxmlformats.org/officeDocument/2006/relationships/notesMaster" Target="/ppt/notesMasters/notesMaster1.xml" Id="R8d20a97891a34ff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c6ddf88dfeb499a" /><Relationship Type="http://schemas.openxmlformats.org/officeDocument/2006/relationships/notesMaster" Target="/ppt/notesMasters/notesMaster1.xml" Id="R63a56734d5ae4f0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0318ad6cad341c9" /><Relationship Type="http://schemas.openxmlformats.org/officeDocument/2006/relationships/notesMaster" Target="/ppt/notesMasters/notesMaster1.xml" Id="Rdded084297084b4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d783c8cb5a54c31" /><Relationship Type="http://schemas.openxmlformats.org/officeDocument/2006/relationships/notesMaster" Target="/ppt/notesMasters/notesMaster1.xml" Id="R0cd6c95ec4d74eb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4848cd91a594ce8" /><Relationship Type="http://schemas.openxmlformats.org/officeDocument/2006/relationships/notesMaster" Target="/ppt/notesMasters/notesMaster1.xml" Id="R25e73eca403f476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7dfb4eb8966439e" /><Relationship Type="http://schemas.openxmlformats.org/officeDocument/2006/relationships/notesMaster" Target="/ppt/notesMasters/notesMaster1.xml" Id="R1964b41fcb63439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3b06d6bf1f7435c" /><Relationship Type="http://schemas.openxmlformats.org/officeDocument/2006/relationships/notesMaster" Target="/ppt/notesMasters/notesMaster1.xml" Id="R1d40ff15cb12411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a53d8dc370d4da2" /><Relationship Type="http://schemas.openxmlformats.org/officeDocument/2006/relationships/notesMaster" Target="/ppt/notesMasters/notesMaster1.xml" Id="R7eaecd3484834f7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f39e2d5c9464950" /><Relationship Type="http://schemas.openxmlformats.org/officeDocument/2006/relationships/notesMaster" Target="/ppt/notesMasters/notesMaster1.xml" Id="R553558842b014d6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8b52229737d4d59" /><Relationship Type="http://schemas.openxmlformats.org/officeDocument/2006/relationships/notesMaster" Target="/ppt/notesMasters/notesMaster1.xml" Id="R414b357492c2438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787f970c79d4217" /><Relationship Type="http://schemas.openxmlformats.org/officeDocument/2006/relationships/notesMaster" Target="/ppt/notesMasters/notesMaster1.xml" Id="R30aba45f2bb8498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6c826a87daa469e" /><Relationship Type="http://schemas.openxmlformats.org/officeDocument/2006/relationships/notesMaster" Target="/ppt/notesMasters/notesMaster1.xml" Id="Rd062895682be4bb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966aac6874b484e" /><Relationship Type="http://schemas.openxmlformats.org/officeDocument/2006/relationships/notesMaster" Target="/ppt/notesMasters/notesMaster1.xml" Id="R2c448909a1ae497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1d7353a73bd4bd1" /><Relationship Type="http://schemas.openxmlformats.org/officeDocument/2006/relationships/notesMaster" Target="/ppt/notesMasters/notesMaster1.xml" Id="R908ed54e0fc341c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c0fa78121f24d4e" /><Relationship Type="http://schemas.openxmlformats.org/officeDocument/2006/relationships/notesMaster" Target="/ppt/notesMasters/notesMaster1.xml" Id="R68ac99fd1a504b8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4d8cfeadf554bb8" /><Relationship Type="http://schemas.openxmlformats.org/officeDocument/2006/relationships/notesMaster" Target="/ppt/notesMasters/notesMaster1.xml" Id="R64621fffd6d943d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b2eaafb87bb45f5" /><Relationship Type="http://schemas.openxmlformats.org/officeDocument/2006/relationships/notesMaster" Target="/ppt/notesMasters/notesMaster1.xml" Id="Raadec0d0ae5047c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dc7424b319446ea" /><Relationship Type="http://schemas.openxmlformats.org/officeDocument/2006/relationships/notesMaster" Target="/ppt/notesMasters/notesMaster1.xml" Id="R6cbdd36a8feb482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a6ce140f2824164" /><Relationship Type="http://schemas.openxmlformats.org/officeDocument/2006/relationships/notesMaster" Target="/ppt/notesMasters/notesMaster1.xml" Id="R667fdfeec85a4df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4015d92691b4352" /><Relationship Type="http://schemas.openxmlformats.org/officeDocument/2006/relationships/notesMaster" Target="/ppt/notesMasters/notesMaster1.xml" Id="Rdcbabe5a358048b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cbc729273a042fd" /><Relationship Type="http://schemas.openxmlformats.org/officeDocument/2006/relationships/notesMaster" Target="/ppt/notesMasters/notesMaster1.xml" Id="R24b1bd7829b2466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b3c3c0949eb4373" /><Relationship Type="http://schemas.openxmlformats.org/officeDocument/2006/relationships/notesMaster" Target="/ppt/notesMasters/notesMaster1.xml" Id="R2fd0480ba592441f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43d012c99104b13" /><Relationship Type="http://schemas.openxmlformats.org/officeDocument/2006/relationships/notesMaster" Target="/ppt/notesMasters/notesMaster1.xml" Id="R063a99d1d7044241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74c89438cec4097" /><Relationship Type="http://schemas.openxmlformats.org/officeDocument/2006/relationships/notesMaster" Target="/ppt/notesMasters/notesMaster1.xml" Id="R9b12645b5e6a401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45c72b66a3734a14" /><Relationship Type="http://schemas.openxmlformats.org/officeDocument/2006/relationships/notesMaster" Target="/ppt/notesMasters/notesMaster1.xml" Id="Rd41df3b950ad4159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a6c2537cac724175" /><Relationship Type="http://schemas.openxmlformats.org/officeDocument/2006/relationships/notesMaster" Target="/ppt/notesMasters/notesMaster1.xml" Id="Rca090b263c5b424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1ac1a3eb6124cf1" /><Relationship Type="http://schemas.openxmlformats.org/officeDocument/2006/relationships/notesMaster" Target="/ppt/notesMasters/notesMaster1.xml" Id="R1a067e9e43704d5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1bb4b6be77b454e" /><Relationship Type="http://schemas.openxmlformats.org/officeDocument/2006/relationships/notesMaster" Target="/ppt/notesMasters/notesMaster1.xml" Id="R3a740e80dadf4a1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ee5a7d03e8a419f" /><Relationship Type="http://schemas.openxmlformats.org/officeDocument/2006/relationships/notesMaster" Target="/ppt/notesMasters/notesMaster1.xml" Id="R197c18bb28414d2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62286ce910141b7" /><Relationship Type="http://schemas.openxmlformats.org/officeDocument/2006/relationships/notesMaster" Target="/ppt/notesMasters/notesMaster1.xml" Id="R74b2542eec534ef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70b055acf95474a" /><Relationship Type="http://schemas.openxmlformats.org/officeDocument/2006/relationships/notesMaster" Target="/ppt/notesMasters/notesMaster1.xml" Id="Rfbc2797cf8864fa9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22084261887a4d34" /><Relationship Type="http://schemas.openxmlformats.org/officeDocument/2006/relationships/notesMaster" Target="/ppt/notesMasters/notesMaster1.xml" Id="R850538df56c74df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d7b605b0ac8945c1" /><Relationship Type="http://schemas.openxmlformats.org/officeDocument/2006/relationships/notesMaster" Target="/ppt/notesMasters/notesMaster1.xml" Id="R157661521d5545a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a1cf735fb7f748c0" /><Relationship Type="http://schemas.openxmlformats.org/officeDocument/2006/relationships/notesMaster" Target="/ppt/notesMasters/notesMaster1.xml" Id="Ra59cf8ae4993469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8bad39bf24624342" /><Relationship Type="http://schemas.openxmlformats.org/officeDocument/2006/relationships/notesMaster" Target="/ppt/notesMasters/notesMaster1.xml" Id="R96338e9bd5c1487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dc1a2615e8254450" /><Relationship Type="http://schemas.openxmlformats.org/officeDocument/2006/relationships/notesMaster" Target="/ppt/notesMasters/notesMaster1.xml" Id="Rcdb6766a376f435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4bdab4a6cda4e96" /><Relationship Type="http://schemas.openxmlformats.org/officeDocument/2006/relationships/notesMaster" Target="/ppt/notesMasters/notesMaster1.xml" Id="R2006c825de8b438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ec7672fc066e4515" /><Relationship Type="http://schemas.openxmlformats.org/officeDocument/2006/relationships/notesMaster" Target="/ppt/notesMasters/notesMaster1.xml" Id="R3f3d28c0afa44b7a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d323aaf091304d42" /><Relationship Type="http://schemas.openxmlformats.org/officeDocument/2006/relationships/notesMaster" Target="/ppt/notesMasters/notesMaster1.xml" Id="R3d26780a833f42a2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8bd7dd567db463e" /><Relationship Type="http://schemas.openxmlformats.org/officeDocument/2006/relationships/notesMaster" Target="/ppt/notesMasters/notesMaster1.xml" Id="R40eaed9d0770466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057add8dfa7466b" /><Relationship Type="http://schemas.openxmlformats.org/officeDocument/2006/relationships/notesMaster" Target="/ppt/notesMasters/notesMaster1.xml" Id="R36a95769468049b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07ccb0c12994e05" /><Relationship Type="http://schemas.openxmlformats.org/officeDocument/2006/relationships/notesMaster" Target="/ppt/notesMasters/notesMaster1.xml" Id="Raf51a238f6a54ce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b4abc5b599134cde" /><Relationship Type="http://schemas.openxmlformats.org/officeDocument/2006/relationships/notesMaster" Target="/ppt/notesMasters/notesMaster1.xml" Id="Rc2cee145087f4d3e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e289064a0d93434b" /><Relationship Type="http://schemas.openxmlformats.org/officeDocument/2006/relationships/notesMaster" Target="/ppt/notesMasters/notesMaster1.xml" Id="Rbc3759d95d304f0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5745d81041184c2f" /><Relationship Type="http://schemas.openxmlformats.org/officeDocument/2006/relationships/notesMaster" Target="/ppt/notesMasters/notesMaster1.xml" Id="R61dd4aab3949415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834d36306cb943ed" /><Relationship Type="http://schemas.openxmlformats.org/officeDocument/2006/relationships/notesMaster" Target="/ppt/notesMasters/notesMaster1.xml" Id="R95163f0b4be64305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38e50ef9643949e1" /><Relationship Type="http://schemas.openxmlformats.org/officeDocument/2006/relationships/notesMaster" Target="/ppt/notesMasters/notesMaster1.xml" Id="R4388e95716f6490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9cdcf6addbe04372" /><Relationship Type="http://schemas.openxmlformats.org/officeDocument/2006/relationships/notesMaster" Target="/ppt/notesMasters/notesMaster1.xml" Id="R4bcabd1b429747c5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36e82bec00694d96" /><Relationship Type="http://schemas.openxmlformats.org/officeDocument/2006/relationships/notesMaster" Target="/ppt/notesMasters/notesMaster1.xml" Id="R46b6ed8ecef241f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20946763de144939" /><Relationship Type="http://schemas.openxmlformats.org/officeDocument/2006/relationships/notesMaster" Target="/ppt/notesMasters/notesMaster1.xml" Id="Rca5b2988dcf24d5b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36ba06f010fa4ecb" /><Relationship Type="http://schemas.openxmlformats.org/officeDocument/2006/relationships/notesMaster" Target="/ppt/notesMasters/notesMaster1.xml" Id="R05ccd2bf8cb943ca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a55bece19bd34e8f" /><Relationship Type="http://schemas.openxmlformats.org/officeDocument/2006/relationships/notesMaster" Target="/ppt/notesMasters/notesMaster1.xml" Id="R64a1d92b20364d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 diaporama accompagne les cours existants. Il contient les activités à projeter, les consignes, les corrections et les transitions de la journée.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Faux. Internet est l’infrastructure de réseaux. Le Web est un service qui l’utilise.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B. Le navigateur joue ici le rôle de client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C. Le DNS participe notamment à la résolution des noms.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A. Un serveur a répondu, mais il ne trouve pas la ressource demandée.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A. L’utilisatrice déclenche l’action, mais le navigateur construit et envoie la requête.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Non. Le navigateur reçoit et interprète des ressources, notamment du HTML, puis construit l’affichage.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Exemples : HTTPS, une URL, un nom de domaine, un nom d’hôte, une ressource demandée à un serveur.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Oui. Une page peut nécessiter du HTML, des images, du CSS et d’autres ressources.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 pas enseigner CSS ou JavaScript en détail. Le jeu sert seulement à distinguer leurs rôles généraux.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HTML. Le titre décrit la structure et le sens du contenu.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CSS. La couleur relève de la présentation visuelle.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JavaScript. La réaction au clic correspond à un comportement programmé.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HTML. HTML précise le rôle du contenu.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CSS. La mise en page relève principalement du 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JavaScript. Cette vérification dynamique peut être programmée en JavaScript.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HTML. HTML permet de représenter une liste ordonnée.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attendue : CSS ou JavaScript selon la solution. Le CSS peut adapter la présentation. JavaScript peut aussi intervenir pour certains comportements. Accepter une justification précise.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 page ou un document 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 image 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 image 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fichier texte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fichier texte, malgré le mot html dans son nom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fichier HTML, mais une convention de nom peu pratique pour nos exercices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: images/avatar.png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: pages/profil.html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: ../index.html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: ../images/avatar.png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: images/photo.jpg, en respectant le nom et la casse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: logo.png manque dans le dossier images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Vérifier l’enregistrement, le bon fichier ouvert dans le navigateur et l’actualisation de la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Vérifier l’extension réelle. Le fichier peut s’appeler index.html.txt.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verbaliser la logique : document, html, head, body, fermetures.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recopier progressivement. Après chaque ligne, demander son rôle avant de poursuivre.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Annonce un document interprété en HTML moderne.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Contient tout le document et précise ici sa langue principale.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Contient notamment l’encodage et le titre de l’onglet.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Aide à représenter correctement les caractères.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Apparaît notamment dans l’onglet, pas comme grand titre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Accueille les titres, paragraphes, listes, liens et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Indique le titre principal du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balises ouvrante et fermante ne correspondent pas. Terminer par &lt;/h1&gt;.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seconde balise doit être fermante : &lt;/p&gt;.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appartient au head. Le titre visible principal utilise h1 dans body.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éléments se croisent. Fermer strong avant de fermer 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valeur de l’attribut doit être écrite entre guillemets dans notre convention : lang="fr".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Chaque li doit être correctement fermé et le code doit être indenté.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Afficher les extensions puis renommer le fichier en 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Enregistrer le bon fichier, vérifier l’onglet ouvert et actualiser.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proposée : ul. L’ordre ne change pas le sens général.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proposée : ol. Les actions suivent un ordre.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proposée : ol. La position est porteuse de sens.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proposée : ul. Aucun ordre obligatoire n’est indiqué.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proposée : ol. Changer l’ordre peut modifier le résultat.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Réponse proposée : ul. Il s’agit d’un inventaire sans séquence imposée.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Attendre une structure ul/li pour les technologies et ol/li pour les étapes.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href contient l’URL complète.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nom du fichier suffit comme chemin relatif.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src désigne la ressource et alt décrit l’image.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manque la balise fermante &lt;/a&gt;.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Corriger le chemin en images/photo.jpg.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L’extension demandée ne correspond pas au fichier réel.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Utiliser ../index.html.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Utiliser ../images/logo.png.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Exemple : « Portrait de Lina, technicienne réseau fictive 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Exemple : « Logo de l’établissement 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alt vide peut être approprié : alt="".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Accepter d’autres formulations si elles transmettent l’information ou la fonction pertinente dans le contexte.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6de11f6d24c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0f10b279a49cc" /><Relationship Type="http://schemas.openxmlformats.org/officeDocument/2006/relationships/slideLayout" Target="/ppt/slideLayouts/slideLayout1.xml" Id="R827ba76f223a4e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7ba76f223a4e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353fdbab54677" /><Relationship Type="http://schemas.openxmlformats.org/officeDocument/2006/relationships/notesSlide" Target="/ppt/notesSlides/notesSlide1.xml" Id="Rb1a326875f1047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e7c51fa674127" /><Relationship Type="http://schemas.openxmlformats.org/officeDocument/2006/relationships/notesSlide" Target="/ppt/notesSlides/notesSlide2.xml" Id="Rc6dfada96a234f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d7b2b98bf4623" /><Relationship Type="http://schemas.openxmlformats.org/officeDocument/2006/relationships/notesSlide" Target="/ppt/notesSlides/notesSlide3.xml" Id="Re1d287eb7ec14a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5659e4b194edd" /><Relationship Type="http://schemas.openxmlformats.org/officeDocument/2006/relationships/notesSlide" Target="/ppt/notesSlides/notesSlide4.xml" Id="R7fbf0493bb3e4d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abd4285c74f52" /><Relationship Type="http://schemas.openxmlformats.org/officeDocument/2006/relationships/notesSlide" Target="/ppt/notesSlides/notesSlide5.xml" Id="R0036e9cbd44947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dacede396427d" /><Relationship Type="http://schemas.openxmlformats.org/officeDocument/2006/relationships/notesSlide" Target="/ppt/notesSlides/notesSlide6.xml" Id="Rafdcce1a57e94f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714afa8d34f2c" /><Relationship Type="http://schemas.openxmlformats.org/officeDocument/2006/relationships/notesSlide" Target="/ppt/notesSlides/notesSlide7.xml" Id="R86b7f9e1a7ff47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a307a60be44b0" /><Relationship Type="http://schemas.openxmlformats.org/officeDocument/2006/relationships/notesSlide" Target="/ppt/notesSlides/notesSlide8.xml" Id="R0fb8750b372f4c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e645c302f49d4" /><Relationship Type="http://schemas.openxmlformats.org/officeDocument/2006/relationships/notesSlide" Target="/ppt/notesSlides/notesSlide9.xml" Id="R8a742a32024b4f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3a0f4143b4ac0" /><Relationship Type="http://schemas.openxmlformats.org/officeDocument/2006/relationships/notesSlide" Target="/ppt/notesSlides/notesSlide10.xml" Id="R667abb61c2d743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add03f5604308" /><Relationship Type="http://schemas.openxmlformats.org/officeDocument/2006/relationships/notesSlide" Target="/ppt/notesSlides/notesSlide11.xml" Id="R8ef53943704443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d0be9b2ee4359" /><Relationship Type="http://schemas.openxmlformats.org/officeDocument/2006/relationships/notesSlide" Target="/ppt/notesSlides/notesSlide12.xml" Id="R5897c9feecbf48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765c5cc3b4478" /><Relationship Type="http://schemas.openxmlformats.org/officeDocument/2006/relationships/notesSlide" Target="/ppt/notesSlides/notesSlide13.xml" Id="R4bd79ffe77464e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023eb11e04bd7" /><Relationship Type="http://schemas.openxmlformats.org/officeDocument/2006/relationships/notesSlide" Target="/ppt/notesSlides/notesSlide14.xml" Id="R0ed9337c26f948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dc84cbfca4bb4" /><Relationship Type="http://schemas.openxmlformats.org/officeDocument/2006/relationships/notesSlide" Target="/ppt/notesSlides/notesSlide15.xml" Id="Rb2c9fd71eaa744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5b9e20da048b2" /><Relationship Type="http://schemas.openxmlformats.org/officeDocument/2006/relationships/notesSlide" Target="/ppt/notesSlides/notesSlide16.xml" Id="Rf03a336f776249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05f20ad814e03" /><Relationship Type="http://schemas.openxmlformats.org/officeDocument/2006/relationships/notesSlide" Target="/ppt/notesSlides/notesSlide17.xml" Id="R00c5f0f8e4ab4d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6b0d337424b51" /><Relationship Type="http://schemas.openxmlformats.org/officeDocument/2006/relationships/notesSlide" Target="/ppt/notesSlides/notesSlide18.xml" Id="Ra00d507963b14d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a1b636ee44564" /><Relationship Type="http://schemas.openxmlformats.org/officeDocument/2006/relationships/notesSlide" Target="/ppt/notesSlides/notesSlide19.xml" Id="Ra3248920c73645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92eccac54e01" /><Relationship Type="http://schemas.openxmlformats.org/officeDocument/2006/relationships/notesSlide" Target="/ppt/notesSlides/notesSlide20.xml" Id="Rbbaf5b843c874b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f3c869d1f4dcf" /><Relationship Type="http://schemas.openxmlformats.org/officeDocument/2006/relationships/notesSlide" Target="/ppt/notesSlides/notesSlide21.xml" Id="Re8e1ed95b92e48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7cd29823e4972" /><Relationship Type="http://schemas.openxmlformats.org/officeDocument/2006/relationships/notesSlide" Target="/ppt/notesSlides/notesSlide22.xml" Id="R2218f98ca4cf49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fb2a12a5645cf" /><Relationship Type="http://schemas.openxmlformats.org/officeDocument/2006/relationships/notesSlide" Target="/ppt/notesSlides/notesSlide23.xml" Id="Rcfe6cb72415a42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edada69184937" /><Relationship Type="http://schemas.openxmlformats.org/officeDocument/2006/relationships/notesSlide" Target="/ppt/notesSlides/notesSlide24.xml" Id="R169062862c5543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f568a4f3e4949" /><Relationship Type="http://schemas.openxmlformats.org/officeDocument/2006/relationships/notesSlide" Target="/ppt/notesSlides/notesSlide25.xml" Id="R2b43428555444a2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1103e26f24af6" /><Relationship Type="http://schemas.openxmlformats.org/officeDocument/2006/relationships/notesSlide" Target="/ppt/notesSlides/notesSlide26.xml" Id="Ra07b5e7f4b6341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f83961e67409c" /><Relationship Type="http://schemas.openxmlformats.org/officeDocument/2006/relationships/notesSlide" Target="/ppt/notesSlides/notesSlide27.xml" Id="R60bcc449df1a40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431e487254f04" /><Relationship Type="http://schemas.openxmlformats.org/officeDocument/2006/relationships/notesSlide" Target="/ppt/notesSlides/notesSlide28.xml" Id="R61ad99d4b17f4a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92975a24941bb" /><Relationship Type="http://schemas.openxmlformats.org/officeDocument/2006/relationships/notesSlide" Target="/ppt/notesSlides/notesSlide29.xml" Id="R0604f440f6d643d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06b40adda469b" /><Relationship Type="http://schemas.openxmlformats.org/officeDocument/2006/relationships/notesSlide" Target="/ppt/notesSlides/notesSlide30.xml" Id="R5cdd231716fe4a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4269ced964d3d" /><Relationship Type="http://schemas.openxmlformats.org/officeDocument/2006/relationships/notesSlide" Target="/ppt/notesSlides/notesSlide31.xml" Id="R35bfdd74b2b34f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b66f5fa9b4158" /><Relationship Type="http://schemas.openxmlformats.org/officeDocument/2006/relationships/notesSlide" Target="/ppt/notesSlides/notesSlide32.xml" Id="R04cd9bee368f457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456dfe9eb4793" /><Relationship Type="http://schemas.openxmlformats.org/officeDocument/2006/relationships/notesSlide" Target="/ppt/notesSlides/notesSlide33.xml" Id="Rd9880b236f1f4d1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d34e57f8e4e4e" /><Relationship Type="http://schemas.openxmlformats.org/officeDocument/2006/relationships/notesSlide" Target="/ppt/notesSlides/notesSlide34.xml" Id="R813ea340d75c4f3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d84f1a3e74d4f" /><Relationship Type="http://schemas.openxmlformats.org/officeDocument/2006/relationships/notesSlide" Target="/ppt/notesSlides/notesSlide35.xml" Id="R546b0009714348d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7997767e74386" /><Relationship Type="http://schemas.openxmlformats.org/officeDocument/2006/relationships/notesSlide" Target="/ppt/notesSlides/notesSlide36.xml" Id="Rbecfccc37a8f46b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fd6177d894efe" /><Relationship Type="http://schemas.openxmlformats.org/officeDocument/2006/relationships/notesSlide" Target="/ppt/notesSlides/notesSlide37.xml" Id="Rc698a945658d4a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ead49e2c84e12" /><Relationship Type="http://schemas.openxmlformats.org/officeDocument/2006/relationships/notesSlide" Target="/ppt/notesSlides/notesSlide38.xml" Id="R1a0118e61ea146b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8d6d9303042b7" /><Relationship Type="http://schemas.openxmlformats.org/officeDocument/2006/relationships/notesSlide" Target="/ppt/notesSlides/notesSlide39.xml" Id="R452f0e3acce6436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d6de214c0496d" /><Relationship Type="http://schemas.openxmlformats.org/officeDocument/2006/relationships/notesSlide" Target="/ppt/notesSlides/notesSlide40.xml" Id="R5a16e8c56ab640d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7756628714b4d" /><Relationship Type="http://schemas.openxmlformats.org/officeDocument/2006/relationships/notesSlide" Target="/ppt/notesSlides/notesSlide41.xml" Id="Rb58f848e01e6429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516cc1a80402c" /><Relationship Type="http://schemas.openxmlformats.org/officeDocument/2006/relationships/notesSlide" Target="/ppt/notesSlides/notesSlide42.xml" Id="Racdde795df2640e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629e7ad54eb8" /><Relationship Type="http://schemas.openxmlformats.org/officeDocument/2006/relationships/notesSlide" Target="/ppt/notesSlides/notesSlide43.xml" Id="Rd337a0d0ff0444f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aad59037c4222" /><Relationship Type="http://schemas.openxmlformats.org/officeDocument/2006/relationships/notesSlide" Target="/ppt/notesSlides/notesSlide44.xml" Id="Re08224b8b2b1470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7df9f33544715" /><Relationship Type="http://schemas.openxmlformats.org/officeDocument/2006/relationships/notesSlide" Target="/ppt/notesSlides/notesSlide45.xml" Id="Ra207a7270d944d0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9a0e775244065" /><Relationship Type="http://schemas.openxmlformats.org/officeDocument/2006/relationships/notesSlide" Target="/ppt/notesSlides/notesSlide46.xml" Id="R36fa3837b69d438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81668137143c1" /><Relationship Type="http://schemas.openxmlformats.org/officeDocument/2006/relationships/notesSlide" Target="/ppt/notesSlides/notesSlide47.xml" Id="R04aa33c33ee14f6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149f0a7b545ad" /><Relationship Type="http://schemas.openxmlformats.org/officeDocument/2006/relationships/notesSlide" Target="/ppt/notesSlides/notesSlide48.xml" Id="R0e4ff03708a2424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a5aaa1964704" /><Relationship Type="http://schemas.openxmlformats.org/officeDocument/2006/relationships/notesSlide" Target="/ppt/notesSlides/notesSlide49.xml" Id="R4446b98f879d4a9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9c066a45e4015" /><Relationship Type="http://schemas.openxmlformats.org/officeDocument/2006/relationships/notesSlide" Target="/ppt/notesSlides/notesSlide50.xml" Id="Rc06d03fe004e44e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0d36617664fd3" /><Relationship Type="http://schemas.openxmlformats.org/officeDocument/2006/relationships/notesSlide" Target="/ppt/notesSlides/notesSlide51.xml" Id="R4b6e9bafd80942b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57d2db6b54d4e" /><Relationship Type="http://schemas.openxmlformats.org/officeDocument/2006/relationships/notesSlide" Target="/ppt/notesSlides/notesSlide52.xml" Id="Rf1111af3229c485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e74b82bb24d68" /><Relationship Type="http://schemas.openxmlformats.org/officeDocument/2006/relationships/notesSlide" Target="/ppt/notesSlides/notesSlide53.xml" Id="R1c05a64c884c4f4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d393785324b7a" /><Relationship Type="http://schemas.openxmlformats.org/officeDocument/2006/relationships/notesSlide" Target="/ppt/notesSlides/notesSlide54.xml" Id="Raf18d73adfd9489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105b1fcb4ece" /><Relationship Type="http://schemas.openxmlformats.org/officeDocument/2006/relationships/notesSlide" Target="/ppt/notesSlides/notesSlide55.xml" Id="R056eea97d3e846e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453bb5bcd4a6c" /><Relationship Type="http://schemas.openxmlformats.org/officeDocument/2006/relationships/notesSlide" Target="/ppt/notesSlides/notesSlide56.xml" Id="R663a33a4a3e74b5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b3e829ae94c3c" /><Relationship Type="http://schemas.openxmlformats.org/officeDocument/2006/relationships/notesSlide" Target="/ppt/notesSlides/notesSlide57.xml" Id="Rc8e3321d6576420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a08b2bbd24656" /><Relationship Type="http://schemas.openxmlformats.org/officeDocument/2006/relationships/notesSlide" Target="/ppt/notesSlides/notesSlide58.xml" Id="R35ce8b56790b44e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9aba710364b0c" /><Relationship Type="http://schemas.openxmlformats.org/officeDocument/2006/relationships/notesSlide" Target="/ppt/notesSlides/notesSlide59.xml" Id="Re4922d94629e4d1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75fbef4084d25" /><Relationship Type="http://schemas.openxmlformats.org/officeDocument/2006/relationships/notesSlide" Target="/ppt/notesSlides/notesSlide60.xml" Id="R3eeda5cd9af8400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bfa930dc044ad" /><Relationship Type="http://schemas.openxmlformats.org/officeDocument/2006/relationships/notesSlide" Target="/ppt/notesSlides/notesSlide61.xml" Id="R88be9d54914c494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9dd563b1e4517" /><Relationship Type="http://schemas.openxmlformats.org/officeDocument/2006/relationships/notesSlide" Target="/ppt/notesSlides/notesSlide62.xml" Id="R232db21d6267465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aab6c5a7a4cc4" /><Relationship Type="http://schemas.openxmlformats.org/officeDocument/2006/relationships/notesSlide" Target="/ppt/notesSlides/notesSlide63.xml" Id="R36031bd2662f44f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dc8f496864a4c" /><Relationship Type="http://schemas.openxmlformats.org/officeDocument/2006/relationships/notesSlide" Target="/ppt/notesSlides/notesSlide64.xml" Id="R0754789b3b1947d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f28213f5c4f6f" /><Relationship Type="http://schemas.openxmlformats.org/officeDocument/2006/relationships/notesSlide" Target="/ppt/notesSlides/notesSlide65.xml" Id="Rf62bce3319804b7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901f519464ece" /><Relationship Type="http://schemas.openxmlformats.org/officeDocument/2006/relationships/notesSlide" Target="/ppt/notesSlides/notesSlide66.xml" Id="R1e33bdf89e1445e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a4045ef22407b" /><Relationship Type="http://schemas.openxmlformats.org/officeDocument/2006/relationships/notesSlide" Target="/ppt/notesSlides/notesSlide67.xml" Id="R56f90e647d7d4a3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76a5ac834e0c" /><Relationship Type="http://schemas.openxmlformats.org/officeDocument/2006/relationships/notesSlide" Target="/ppt/notesSlides/notesSlide68.xml" Id="Ra3d41c67657c4e29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8ffa6fdef450b" /><Relationship Type="http://schemas.openxmlformats.org/officeDocument/2006/relationships/notesSlide" Target="/ppt/notesSlides/notesSlide69.xml" Id="Rdbdc5cbce5504a3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e2a75482c4a43" /><Relationship Type="http://schemas.openxmlformats.org/officeDocument/2006/relationships/notesSlide" Target="/ppt/notesSlides/notesSlide70.xml" Id="R81297b6c567e443e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76aba05f44dd1" /><Relationship Type="http://schemas.openxmlformats.org/officeDocument/2006/relationships/notesSlide" Target="/ppt/notesSlides/notesSlide71.xml" Id="R9c9092f3ed4a432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22e3df1cd4f87" /><Relationship Type="http://schemas.openxmlformats.org/officeDocument/2006/relationships/notesSlide" Target="/ppt/notesSlides/notesSlide72.xml" Id="Rbb31f023447d4a5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b27ee64924e14" /><Relationship Type="http://schemas.openxmlformats.org/officeDocument/2006/relationships/notesSlide" Target="/ppt/notesSlides/notesSlide73.xml" Id="R33453cd103144b7c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b3328d1a34691" /><Relationship Type="http://schemas.openxmlformats.org/officeDocument/2006/relationships/notesSlide" Target="/ppt/notesSlides/notesSlide74.xml" Id="R2ea86b5236d54e73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9dac40cea4d50" /><Relationship Type="http://schemas.openxmlformats.org/officeDocument/2006/relationships/notesSlide" Target="/ppt/notesSlides/notesSlide75.xml" Id="R47423f1e41b54207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77c7bda224e64" /><Relationship Type="http://schemas.openxmlformats.org/officeDocument/2006/relationships/notesSlide" Target="/ppt/notesSlides/notesSlide76.xml" Id="Rd7f890245beb452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0c188c0914e18" /><Relationship Type="http://schemas.openxmlformats.org/officeDocument/2006/relationships/notesSlide" Target="/ppt/notesSlides/notesSlide77.xml" Id="R819276f7b9854d1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0d76d29834ff2" /><Relationship Type="http://schemas.openxmlformats.org/officeDocument/2006/relationships/notesSlide" Target="/ppt/notesSlides/notesSlide78.xml" Id="R2284d00cf94e4bec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881e89b544f5d" /><Relationship Type="http://schemas.openxmlformats.org/officeDocument/2006/relationships/notesSlide" Target="/ppt/notesSlides/notesSlide79.xml" Id="Rcd3ce7e1e07d4c73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2ace961794d65" /><Relationship Type="http://schemas.openxmlformats.org/officeDocument/2006/relationships/notesSlide" Target="/ppt/notesSlides/notesSlide80.xml" Id="R217dcef494ff4fc2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b08060d541cc" /><Relationship Type="http://schemas.openxmlformats.org/officeDocument/2006/relationships/notesSlide" Target="/ppt/notesSlides/notesSlide81.xml" Id="R555047c30adb44dc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f1d79a4d54c5e" /><Relationship Type="http://schemas.openxmlformats.org/officeDocument/2006/relationships/notesSlide" Target="/ppt/notesSlides/notesSlide82.xml" Id="Rf8a88514e60d4e7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fa876e3a4497e" /><Relationship Type="http://schemas.openxmlformats.org/officeDocument/2006/relationships/notesSlide" Target="/ppt/notesSlides/notesSlide83.xml" Id="Rb9940b79a9a14e7d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6cdce64734000" /><Relationship Type="http://schemas.openxmlformats.org/officeDocument/2006/relationships/notesSlide" Target="/ppt/notesSlides/notesSlide84.xml" Id="R66cf88c6dac84cd0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36882b6454eb9" /><Relationship Type="http://schemas.openxmlformats.org/officeDocument/2006/relationships/notesSlide" Target="/ppt/notesSlides/notesSlide85.xml" Id="R8c794bf31a7740d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f83454bc647d7" /><Relationship Type="http://schemas.openxmlformats.org/officeDocument/2006/relationships/notesSlide" Target="/ppt/notesSlides/notesSlide86.xml" Id="Ra51eba42f6dc4214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8dc7948f04cb2" /><Relationship Type="http://schemas.openxmlformats.org/officeDocument/2006/relationships/notesSlide" Target="/ppt/notesSlides/notesSlide87.xml" Id="R29c33e9c97644d41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d1be793cc4f7c" /><Relationship Type="http://schemas.openxmlformats.org/officeDocument/2006/relationships/notesSlide" Target="/ppt/notesSlides/notesSlide88.xml" Id="R010babe04b60471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00bf275754d6a" /><Relationship Type="http://schemas.openxmlformats.org/officeDocument/2006/relationships/notesSlide" Target="/ppt/notesSlides/notesSlide89.xml" Id="R539692801554447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4514afe6643b2" /><Relationship Type="http://schemas.openxmlformats.org/officeDocument/2006/relationships/notesSlide" Target="/ppt/notesSlides/notesSlide90.xml" Id="R53189eef3e014c72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8dc618e2243f3" /><Relationship Type="http://schemas.openxmlformats.org/officeDocument/2006/relationships/notesSlide" Target="/ppt/notesSlides/notesSlide91.xml" Id="R5dfa6d9a8b784e64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224bed4554cde" /><Relationship Type="http://schemas.openxmlformats.org/officeDocument/2006/relationships/notesSlide" Target="/ppt/notesSlides/notesSlide92.xml" Id="Re3dfb416fbd4452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f42a6f4764c62" /><Relationship Type="http://schemas.openxmlformats.org/officeDocument/2006/relationships/notesSlide" Target="/ppt/notesSlides/notesSlide93.xml" Id="Re8cd02aa3b834126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4b83dccd04cf5" /><Relationship Type="http://schemas.openxmlformats.org/officeDocument/2006/relationships/notesSlide" Target="/ppt/notesSlides/notesSlide94.xml" Id="R5c7b4d190ba947cc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d065dafec4a3b" /><Relationship Type="http://schemas.openxmlformats.org/officeDocument/2006/relationships/notesSlide" Target="/ppt/notesSlides/notesSlide95.xml" Id="Re1c0fa9b986444c0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ec3a9468a41b2" /><Relationship Type="http://schemas.openxmlformats.org/officeDocument/2006/relationships/notesSlide" Target="/ppt/notesSlides/notesSlide96.xml" Id="R67a128da89d7470f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a7f220add418e" /><Relationship Type="http://schemas.openxmlformats.org/officeDocument/2006/relationships/notesSlide" Target="/ppt/notesSlides/notesSlide97.xml" Id="R3c11c242d50c4ad3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273fb424a41ab" /><Relationship Type="http://schemas.openxmlformats.org/officeDocument/2006/relationships/notesSlide" Target="/ppt/notesSlides/notesSlide98.xml" Id="R7b7518cfe6114d44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09c032f9142cb" /><Relationship Type="http://schemas.openxmlformats.org/officeDocument/2006/relationships/notesSlide" Target="/ppt/notesSlides/notesSlide99.xml" Id="R0f99e247bfea45c0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08671b3924412" /><Relationship Type="http://schemas.openxmlformats.org/officeDocument/2006/relationships/notesSlide" Target="/ppt/notesSlides/notesSlide100.xml" Id="Rc9260491862b45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51ADD-9D3D-4FDA-B224-27525E2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MARDI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8D47D-768E-4762-A4C9-154638C2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Du fichier à la première page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69E4A-CD2F-4221-AF0E-51904BD2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Défis, manipulations, dépannage et création 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EF79F-B031-4B3D-A460-5543B4FA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Support d’activités à utiliser avec les cours 5, 6 et 7</a:t>
            </a:r>
          </a:p>
        </p:txBody>
      </p:sp>
    </p:spTree>
    <p:extLst>
      <p:ext uri="{BB962C8B-B14F-4D97-AF65-F5344CB8AC3E}">
        <p14:creationId xmlns:p14="http://schemas.microsoft.com/office/powerpoint/2010/main" val="1408613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C0106-11C8-43DD-8759-4794FE62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MODE D’EMPLOI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0F3C2-59F8-4238-8ECA-0F7203C9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Une journée construite comme un atelier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8ECF9-C3D2-4802-AC0F-CAAACEE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Chaque notion commence par une question, une prédiction ou un défi.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Les étudiants manipulent ensuite dans VS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La correction arrive après la discussion ou le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Les réponses figurent aussi dans les notes du présentateur.</a:t>
            </a:r>
          </a:p>
        </p:txBody>
      </p:sp>
    </p:spTree>
    <p:extLst>
      <p:ext uri="{BB962C8B-B14F-4D97-AF65-F5344CB8AC3E}">
        <p14:creationId xmlns:p14="http://schemas.microsoft.com/office/powerpoint/2010/main" val="1998952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5981D-2CD6-4385-82C9-304FFA8B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PARCOURS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32C1E-B2C1-4947-AA0E-B53C891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Les huit temps du mardi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1F848-2BC4-4318-BB05-4C2AE19B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Réactivation du lundi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fabrique d’une page Web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Enquête sur les fichiers et les chemins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Prise en main de VS Code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Puzzle du squelette HTML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Chasse aux erreurs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Liens, images et textes alternatifs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Mission finale et relecture croisée</a:t>
            </a:r>
          </a:p>
        </p:txBody>
      </p:sp>
    </p:spTree>
    <p:extLst>
      <p:ext uri="{BB962C8B-B14F-4D97-AF65-F5344CB8AC3E}">
        <p14:creationId xmlns:p14="http://schemas.microsoft.com/office/powerpoint/2010/main" val="1745005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2A446-7F8D-419C-8CCF-CB696B78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05677-5570-4AC2-955F-7FFEE4D7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Réactivation express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FBCC3-AB0A-4475-83DC-E436862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Huit questions pour reconnecter le lundi au travail du mardi</a:t>
            </a:r>
          </a:p>
        </p:txBody>
      </p:sp>
    </p:spTree>
    <p:extLst>
      <p:ext uri="{BB962C8B-B14F-4D97-AF65-F5344CB8AC3E}">
        <p14:creationId xmlns:p14="http://schemas.microsoft.com/office/powerpoint/2010/main" val="1506362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BC440-C157-4A91-BCDE-461090F7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F8CC2-83DE-4B4F-B68A-23F62C4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1A748-C515-4A6F-A881-9E7B0869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Internet et le Web désignent-ils exactement la même chose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C6F75-9AB2-41C9-A972-63867FD7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Répondez VRAI ou FAUX, puis justifiez en une phrase.</a:t>
            </a:r>
          </a:p>
        </p:txBody>
      </p:sp>
    </p:spTree>
    <p:extLst>
      <p:ext uri="{BB962C8B-B14F-4D97-AF65-F5344CB8AC3E}">
        <p14:creationId xmlns:p14="http://schemas.microsoft.com/office/powerpoint/2010/main" val="162013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4F6B4-F2E3-4F4A-A33E-5610E309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FFA16-A2F4-4F2C-B355-81170C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50E44-99CE-40C7-B609-ECEA8B88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Quel logiciel demande et affiche une page Web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91EB-7B28-4AC3-BAF1-7498F9A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A. Le DNS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B. Le navigateur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C. Le routeur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D. Le fichier HTML</a:t>
            </a:r>
          </a:p>
        </p:txBody>
      </p:sp>
    </p:spTree>
    <p:extLst>
      <p:ext uri="{BB962C8B-B14F-4D97-AF65-F5344CB8AC3E}">
        <p14:creationId xmlns:p14="http://schemas.microsoft.com/office/powerpoint/2010/main" val="919868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2A270-D02A-47BD-875D-9A9198AF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E0EEC-397A-48C4-B988-A34364FE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C5C1A-38D5-4F5A-B1CD-3EEB3BE7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À quoi sert principalement le DNS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73306-28BA-40CC-93F1-684BABEE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A. À écrire le HTML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B. À décorer une page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C. À retrouver des informations réseau associées à un nom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D. À remplacer Internet</a:t>
            </a:r>
          </a:p>
        </p:txBody>
      </p:sp>
    </p:spTree>
    <p:extLst>
      <p:ext uri="{BB962C8B-B14F-4D97-AF65-F5344CB8AC3E}">
        <p14:creationId xmlns:p14="http://schemas.microsoft.com/office/powerpoint/2010/main" val="2147139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A80C0-1FDA-4611-898A-6AFCC75A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C931E-9D5F-46BC-8627-DEC67C4C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7A7C0-9762-4E12-987F-A52B3755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Que signifie généralement le code 404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B3025-9754-4CE1-973C-62EFE09A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A. La ressource demandée reste introuvable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B. Tout fonctionne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C. Le navigateur est cassé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D. Le Wi-Fi est forcément coupé</a:t>
            </a:r>
          </a:p>
        </p:txBody>
      </p:sp>
    </p:spTree>
    <p:extLst>
      <p:ext uri="{BB962C8B-B14F-4D97-AF65-F5344CB8AC3E}">
        <p14:creationId xmlns:p14="http://schemas.microsoft.com/office/powerpoint/2010/main" val="2040965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FB8FD-BBDF-4503-AE1D-EF4CAD60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B5AC-CC53-4548-AE84-D176AFB4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69783-365F-4CFF-B74C-2684BAA6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Qui envoie la requête Web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6F7DB-12AD-4B49-8B72-4B5A9556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A. Le navigateur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B. L’utilisatrice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C. Le fichier image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D. Le clavier</a:t>
            </a:r>
          </a:p>
        </p:txBody>
      </p:sp>
    </p:spTree>
    <p:extLst>
      <p:ext uri="{BB962C8B-B14F-4D97-AF65-F5344CB8AC3E}">
        <p14:creationId xmlns:p14="http://schemas.microsoft.com/office/powerpoint/2010/main" val="1427233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B9D84-3BA8-4761-AF3F-516F972F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27AE4-841C-4A0E-AA34-8E23C3FA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38040-6742-4286-AE39-D1C5DEFD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Une page Web arrive-t-elle toujours comme une image complète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057D4-25ED-4650-8D77-F184E29C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Répondez OUI ou NON, puis proposez une autre explication.</a:t>
            </a:r>
          </a:p>
        </p:txBody>
      </p:sp>
    </p:spTree>
    <p:extLst>
      <p:ext uri="{BB962C8B-B14F-4D97-AF65-F5344CB8AC3E}">
        <p14:creationId xmlns:p14="http://schemas.microsoft.com/office/powerpoint/2010/main" val="3435208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BC79B-5FAA-4BCF-B3C6-32187E6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E165D-16FC-49EC-AB57-A14EF30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7774C-C4A6-4880-A1A4-44EF84F7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Dans https://www.exemple.fr, que reconnaissez-vous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6F442-94C1-45BC-8B0E-D0ABFEFA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Citez au moins deux éléments ou rôles étudiés lundi.</a:t>
            </a:r>
          </a:p>
        </p:txBody>
      </p:sp>
    </p:spTree>
    <p:extLst>
      <p:ext uri="{BB962C8B-B14F-4D97-AF65-F5344CB8AC3E}">
        <p14:creationId xmlns:p14="http://schemas.microsoft.com/office/powerpoint/2010/main" val="363913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B0F7E-DB0C-41A8-8AC7-4D98045C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RÉACTIVATION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88302-C769-4846-989A-1E4C5D7F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98D50-D147-49EB-8DA7-5F277A9C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serveur peut-il renvoyer plusieurs fichiers pour une seule page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223DD-BBAA-4D9A-B105-4E0E4D5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Votez, puis expliquez ce que le navigateur pourrait recevoir.</a:t>
            </a:r>
          </a:p>
        </p:txBody>
      </p:sp>
    </p:spTree>
    <p:extLst>
      <p:ext uri="{BB962C8B-B14F-4D97-AF65-F5344CB8AC3E}">
        <p14:creationId xmlns:p14="http://schemas.microsoft.com/office/powerpoint/2010/main" val="561739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FD90D-A8C7-427A-8394-2F9A8E77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41F7A-6298-4B6D-810D-CBACD5A8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huit réponses essentielles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D1319-24D3-4AD8-8962-705E2E33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Faux. Internet est l’infrastructure de réseaux. Le Web est un service qui l’utilise.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B. Le navigateur joue ici le rôle de client Web.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C. Le DNS participe notamment à la résolution des noms.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A. Un serveur a répondu, mais il ne trouve pas la ressource demandée.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A. L’utilisatrice déclenche l’action, mais le navigateur construit et envoie la requête.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Non. Le navigateur reçoit et interprète des ressources, notamment du HTML, puis construit l’affichage.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7. Exemples : HTTPS, une URL, un nom de domaine, un nom d’hôte, une ressource demandée à un serveur.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8. Oui. Une page peut nécessiter du HTML, des images, du CSS et d’autres ressources.</a:t>
            </a:r>
          </a:p>
        </p:txBody>
      </p:sp>
    </p:spTree>
    <p:extLst>
      <p:ext uri="{BB962C8B-B14F-4D97-AF65-F5344CB8AC3E}">
        <p14:creationId xmlns:p14="http://schemas.microsoft.com/office/powerpoint/2010/main" val="122916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78C85-B2CD-4330-AD39-BAEC49DD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65EF7-03C6-462D-AA03-583B86F0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fabrique d’une page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787C7-D085-4ACB-97BA-657FA4AB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Choisir la bonne technologie avant d’écrire du code</a:t>
            </a:r>
          </a:p>
        </p:txBody>
      </p:sp>
    </p:spTree>
    <p:extLst>
      <p:ext uri="{BB962C8B-B14F-4D97-AF65-F5344CB8AC3E}">
        <p14:creationId xmlns:p14="http://schemas.microsoft.com/office/powerpoint/2010/main" val="13763071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AD086-585A-4BBE-AA76-65AB4E6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JEU COLLECTIF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496DC-2D88-4B6D-A565-CDCF1958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Trois zones dans la salle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0E0E9-20DB-4363-9D97-9ABC392F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Une zone HTML : structure et contenu.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Une zone CSS : présentation visuelle.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Une zone JavaScript : comportement programmé.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À chaque situation, chacun rejoint une zone. Deux étudiants défendent des réponses différentes avant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16837192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E676D-BD6C-434C-9C87-AC5A53A3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978CB-8F48-4F57-9B17-20C8A99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D2E39-304B-411F-A9B8-4FE51907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Ajouter le titre principal d’un article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51A56-CF7A-4F45-86D5-1ABDB88B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4386917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F4E49-35F3-41C9-B906-60C800F8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FB779-4B20-4852-BA10-B8BE6C0E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BF5A4-C855-4B2C-925F-06ABED64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Changer la couleur de tous les titres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4AB32-889D-4CC3-835F-794FB9AE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2358554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099B0-ED9F-4441-9AAD-02746693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CEA49-C05B-4257-BBC8-2C1AEEED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68610-D581-40C5-88F7-91A927D8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Réagir lorsque l’utilisateur clique sur un bouton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F6036-C37D-472A-A708-85B36278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3311581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02AC9-40AD-4F53-BBA1-AEC98A4A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8F8AF-9C5B-463B-840D-3DD4EC80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AEC65-3FC6-4778-9737-335A2F3F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Indiquer qu’un texte est un paragraphe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448E2-FCBF-4197-9100-C26AC5E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7073149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EA407-332E-4A5E-BE8D-CAEB6352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9D4B4-31D4-4CDC-96A0-A3998F0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766DA-0351-4C21-A5E2-B6FCBBC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Placer deux colonnes côte à côte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9C174-BB90-44D4-AC2A-27757CC0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4236531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55C59-93BF-44AD-BE5F-BD3C02F7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F32FA-2D9D-4760-A8A5-DFBD2E6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C43E6-88C3-4705-9FEC-C3413896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Vérifier un formulaire avant son envoi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F62EC-1B75-477D-B15D-41E81501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2722001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2D481-19BE-4733-A7E9-59D59A26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723ED-0754-4E5F-A891-1AA71DA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1E72A-DFC9-44C3-8DC1-D830912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Déclarer une liste d’étapes dans l’ordre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3CD5A-EE04-44E4-A4EE-111D98AC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5556452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B0E85-6200-4344-A877-84C69B76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HTML, CSS OU JAVASCRIPT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A2FEE-70D3-4380-9D00-50AD9D5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ACD37-6C01-4357-897B-8AA728F5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Agrandir un menu quand l’écran devient étroit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CF52D-8057-4C03-A4B7-79D43607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Choisissez une zone, puis préparez une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067087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7302D-FF81-415D-A3DD-FFC76128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40C53-DD69-4190-8E0D-5C37342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rôle général des trois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CC381-CD7C-4B04-A08A-1449570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HTML : Le titre décrit la structure et le sens du contenu.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CSS : La couleur relève de la présentation visuelle.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JavaScript : La réaction au clic correspond à un comportement programmé.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HTML : HTML précise le rôle du contenu.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CSS : La mise en page relève principalement du CSS.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JavaScript : Cette vérification dynamique peut être programmée en JavaScript.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7. HTML : HTML permet de représenter une liste ordonnée.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8. CSS ou JavaScript selon la solution : Le CSS peut adapter la présentation. JavaScript peut aussi intervenir pour certains comportements. Accepter une justification précise.</a:t>
            </a:r>
          </a:p>
        </p:txBody>
      </p:sp>
    </p:spTree>
    <p:extLst>
      <p:ext uri="{BB962C8B-B14F-4D97-AF65-F5344CB8AC3E}">
        <p14:creationId xmlns:p14="http://schemas.microsoft.com/office/powerpoint/2010/main" val="10575766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6DB5D-DB77-4355-B127-094EAFE6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38ECB-98C5-4D31-BF12-00D71064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L’enquête des fichiers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BEE23-7AFA-4ADA-B83B-EB05455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Extensions, arborescences et chemins deviennent des indices</a:t>
            </a:r>
          </a:p>
        </p:txBody>
      </p:sp>
    </p:spTree>
    <p:extLst>
      <p:ext uri="{BB962C8B-B14F-4D97-AF65-F5344CB8AC3E}">
        <p14:creationId xmlns:p14="http://schemas.microsoft.com/office/powerpoint/2010/main" val="5328013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B91A1-A1FA-4A6A-989C-30E2B836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DÉTECTIVE DES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85C96-4462-40B7-A7AE-154D80B1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6FAC2-9DC1-4DBF-8E9D-D979ADC2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index.html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F85BC-D9DD-492A-AFF5-71EAF83B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Quel type de fichier pensez-vous reconnaître ? Quel piège éventuel voyez-vous ?</a:t>
            </a:r>
          </a:p>
        </p:txBody>
      </p:sp>
    </p:spTree>
    <p:extLst>
      <p:ext uri="{BB962C8B-B14F-4D97-AF65-F5344CB8AC3E}">
        <p14:creationId xmlns:p14="http://schemas.microsoft.com/office/powerpoint/2010/main" val="13272969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1DF38-026E-4BFB-83F3-DFAFAB1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DÉTECTIVE DES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CE618-1567-4047-9F77-CCDE6EE7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281F1-E776-4505-9121-D1E1468D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portrait.jpg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9A3BA-C5E8-46EB-81C1-FFE17129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Quel type de fichier pensez-vous reconnaître ? Quel piège éventuel voyez-vous ?</a:t>
            </a:r>
          </a:p>
        </p:txBody>
      </p:sp>
    </p:spTree>
    <p:extLst>
      <p:ext uri="{BB962C8B-B14F-4D97-AF65-F5344CB8AC3E}">
        <p14:creationId xmlns:p14="http://schemas.microsoft.com/office/powerpoint/2010/main" val="15516039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05771-8A31-4D93-A3FF-08E588E0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DÉTECTIVE DES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23BAF-3384-4494-87A2-BB3CF758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93B47-8ECC-409D-9BA2-30D9144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logo.png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6B1FC-4989-43DB-A1D8-A802BD7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Quel type de fichier pensez-vous reconnaître ? Quel piège éventuel voyez-vous ?</a:t>
            </a:r>
          </a:p>
        </p:txBody>
      </p:sp>
    </p:spTree>
    <p:extLst>
      <p:ext uri="{BB962C8B-B14F-4D97-AF65-F5344CB8AC3E}">
        <p14:creationId xmlns:p14="http://schemas.microsoft.com/office/powerpoint/2010/main" val="4797063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C0D91-416D-4110-9769-3F0EF4BC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DÉTECTIVE DES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B2C78-6DB1-49A5-AED1-54361E57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D9F62-BD24-40C2-BE25-CA7DD861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notes.txt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7A090-C64D-4365-89FC-085E30E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Quel type de fichier pensez-vous reconnaître ? Quel piège éventuel voyez-vous ?</a:t>
            </a:r>
          </a:p>
        </p:txBody>
      </p:sp>
    </p:spTree>
    <p:extLst>
      <p:ext uri="{BB962C8B-B14F-4D97-AF65-F5344CB8AC3E}">
        <p14:creationId xmlns:p14="http://schemas.microsoft.com/office/powerpoint/2010/main" val="5062465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89886-79EA-4A30-B654-B3875107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DÉTECTIVE DES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50947-0619-49A2-879D-79CE5D39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C20E1-D4DD-4DC8-9206-3D8D0C2C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index.html.txt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19CC0-E701-45B3-83D3-70C4F5BC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Quel type de fichier pensez-vous reconnaître ? Quel piège éventuel voyez-vous ?</a:t>
            </a:r>
          </a:p>
        </p:txBody>
      </p:sp>
    </p:spTree>
    <p:extLst>
      <p:ext uri="{BB962C8B-B14F-4D97-AF65-F5344CB8AC3E}">
        <p14:creationId xmlns:p14="http://schemas.microsoft.com/office/powerpoint/2010/main" val="19360596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CECC5-F77F-4BF8-B2C0-490CC035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DÉTECTIVE DES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D0127-0305-441B-B0E4-65F674B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E7D30-7DF2-496E-9A4E-EE911859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SITE.HTML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AB902-0CC9-4B90-8FDA-79CBEE63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Quel type de fichier pensez-vous reconnaître ? Quel piège éventuel voyez-vous ?</a:t>
            </a:r>
          </a:p>
        </p:txBody>
      </p:sp>
    </p:spTree>
    <p:extLst>
      <p:ext uri="{BB962C8B-B14F-4D97-AF65-F5344CB8AC3E}">
        <p14:creationId xmlns:p14="http://schemas.microsoft.com/office/powerpoint/2010/main" val="19285850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C13C0-F59B-4D37-A316-9927ACD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B8098-AF68-4C62-9DAE-2CE7AFC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 que racontent les extensions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F9594-2568-465E-B4BB-135348C3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index.html : Une page ou un document HTML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portrait.jpg : Une image JPEG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logo.png : Une image PNG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notes.txt : Un fichier texte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index.html.txt : Un fichier texte, malgré le mot html dans son nom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SITE.HTML : Un fichier HTML, mais une convention de nom peu pratique pour nos exercices</a:t>
            </a:r>
          </a:p>
        </p:txBody>
      </p:sp>
    </p:spTree>
    <p:extLst>
      <p:ext uri="{BB962C8B-B14F-4D97-AF65-F5344CB8AC3E}">
        <p14:creationId xmlns:p14="http://schemas.microsoft.com/office/powerpoint/2010/main" val="20650721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501E5-3821-40BF-91F5-06DE59BA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ARBORESCENCE VIVANTE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988F0-AF08-473D-AE9F-F96BC227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Des étudiants deviennent des fichiers et des dossiers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ADFEC-D89C-4DD3-83AD-FCF45E20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Distribuez oralement les rôles : mon-site, index.html, pages, profil.html, images et avatar.png.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Les étudiants doivent se placer pour représenter l’arborescence.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La classe valide, puis répond à des questions de chemin sans déplacer les rôles.</a:t>
            </a:r>
          </a:p>
        </p:txBody>
      </p:sp>
    </p:spTree>
    <p:extLst>
      <p:ext uri="{BB962C8B-B14F-4D97-AF65-F5344CB8AC3E}">
        <p14:creationId xmlns:p14="http://schemas.microsoft.com/office/powerpoint/2010/main" val="9803608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D55C1-B452-4217-97A9-3EFDFE4F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LABYRINTHE DES CHEMINS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75F59-6EA9-43F8-9C39-678BB3EC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6D756-6113-4594-977F-195932ED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Depuis index.html, où se trouve avatar.png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F9B35-1A36-4E6D-8937-DEBC92F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FC11E-E256-416A-82CB-0AA63F07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mon-site/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index.html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pages/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│   └── profil.html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└── images/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└── avatar.png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A85D9-F1EF-402D-A87B-2FAEEA25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Écrivez votre réponse avant de voter.</a:t>
            </a:r>
          </a:p>
        </p:txBody>
      </p:sp>
    </p:spTree>
    <p:extLst>
      <p:ext uri="{BB962C8B-B14F-4D97-AF65-F5344CB8AC3E}">
        <p14:creationId xmlns:p14="http://schemas.microsoft.com/office/powerpoint/2010/main" val="18332539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7D245-24A5-43F8-A84A-34A75520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LABYRINTHE DES CHEMINS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A7793-9C60-4BE9-9405-EBBB3C5B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D8E6B-6892-49CA-B042-BACC5C9F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Depuis index.html, où se trouve profil.html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E63FE-2824-450E-8DE5-349972DA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C4D4B-B5F2-4790-B8FC-75C9D863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mon-site/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index.html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└── pages/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└── profil.html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C4E59-D598-444E-B63C-7D21EB22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Écrivez votre réponse avant de voter.</a:t>
            </a:r>
          </a:p>
        </p:txBody>
      </p:sp>
    </p:spTree>
    <p:extLst>
      <p:ext uri="{BB962C8B-B14F-4D97-AF65-F5344CB8AC3E}">
        <p14:creationId xmlns:p14="http://schemas.microsoft.com/office/powerpoint/2010/main" val="19064435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AF5FB-03B8-4C65-A776-147946F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LABYRINTHE DES CHEMINS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B82D8-0108-4FDF-8A36-F06FA85A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F57EE-08A8-4038-A9D2-E9E45FE0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Depuis profil.html, comment revenir vers index.html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CE6BC-75A7-48A7-8F10-FC3528CF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C46CF-2C25-4969-8160-73D16A0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mon-site/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index.html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└── pages/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└── profil.html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7A25A-292D-4805-BBE4-59C57110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Écrivez votre réponse avant de voter.</a:t>
            </a:r>
          </a:p>
        </p:txBody>
      </p:sp>
    </p:spTree>
    <p:extLst>
      <p:ext uri="{BB962C8B-B14F-4D97-AF65-F5344CB8AC3E}">
        <p14:creationId xmlns:p14="http://schemas.microsoft.com/office/powerpoint/2010/main" val="16818567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CA482-6B08-4C82-8D8A-F1059B2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LABYRINTHE DES CHEMINS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59296-7CE4-48B2-A8F8-6E6C2295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1486E-CFD6-43E1-9FC9-F7F949C3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Depuis profil.html, comment atteindre avatar.png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3A409-8724-4160-8748-D12AF15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251D4-42A3-4DA6-B4A4-6BFD1D08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mon-site/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index.html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pages/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│   └── profil.html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└── images/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└── avatar.png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B57A6-4066-4D5E-AFCD-360124DB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Écrivez votre réponse avant de voter.</a:t>
            </a:r>
          </a:p>
        </p:txBody>
      </p:sp>
    </p:spTree>
    <p:extLst>
      <p:ext uri="{BB962C8B-B14F-4D97-AF65-F5344CB8AC3E}">
        <p14:creationId xmlns:p14="http://schemas.microsoft.com/office/powerpoint/2010/main" val="18803214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6ACCD-6071-4C9A-BA07-C8715ED0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LABYRINTHE DES CHEMINS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CAFB1-B224-4177-9644-965B1CC5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C8863-098E-4D0D-9EF6-699F621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Quel nom exact faut-il écrire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044D9-8DC7-4E31-B0BB-50E929BC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DB23D-70CC-43BC-81CC-9B3230E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 fichier réel s’appelle photo.jpg.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 code demande images/Photo.JPG.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1A276-3150-4C6A-83DF-E22CC47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Écrivez votre réponse avant de voter.</a:t>
            </a:r>
          </a:p>
        </p:txBody>
      </p:sp>
    </p:spTree>
    <p:extLst>
      <p:ext uri="{BB962C8B-B14F-4D97-AF65-F5344CB8AC3E}">
        <p14:creationId xmlns:p14="http://schemas.microsoft.com/office/powerpoint/2010/main" val="14702867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1F609-F7DA-4E09-AC35-F02C0832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LABYRINTHE DES CHEMINS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29987-EB8C-4E49-BA64-C3ADDF7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38636-E396-4A1C-9BF5-89FEE08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Quel fichier manque probablement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B05CD-8711-492F-899B-A7548013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36519-0CF8-4AFD-A341-14F38CD8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&lt;img src="images/logo.png" alt="Logo"&gt;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 dossier images existe, mais il est vide.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9F2AE-93CB-42A0-B2F4-4B9E853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Écrivez votre réponse avant de voter.</a:t>
            </a:r>
          </a:p>
        </p:txBody>
      </p:sp>
    </p:spTree>
    <p:extLst>
      <p:ext uri="{BB962C8B-B14F-4D97-AF65-F5344CB8AC3E}">
        <p14:creationId xmlns:p14="http://schemas.microsoft.com/office/powerpoint/2010/main" val="19292084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E96BC-5ABD-44B9-A474-6D9AA60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7A368-A647-48A2-9ADF-EB55FA97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chemins à retenir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CC71B-0263-466C-8B8A-54A6B074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images/avatar.png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pages/profil.html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../index.html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../images/avatar.png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images/photo.jpg, en respectant le nom et la casse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logo.png manque dans le dossier images</a:t>
            </a:r>
          </a:p>
        </p:txBody>
      </p:sp>
    </p:spTree>
    <p:extLst>
      <p:ext uri="{BB962C8B-B14F-4D97-AF65-F5344CB8AC3E}">
        <p14:creationId xmlns:p14="http://schemas.microsoft.com/office/powerpoint/2010/main" val="138198730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F438A-32EA-40D2-B399-0B7462B1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79D10-B73E-4462-958B-C89F5D80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poste de travail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5A13E-216A-4237-9BB0-1DAE3B05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Installer VS Code sans transformer l’installation en tunnel</a:t>
            </a:r>
          </a:p>
        </p:txBody>
      </p:sp>
    </p:spTree>
    <p:extLst>
      <p:ext uri="{BB962C8B-B14F-4D97-AF65-F5344CB8AC3E}">
        <p14:creationId xmlns:p14="http://schemas.microsoft.com/office/powerpoint/2010/main" val="3113739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0D3BE-48DE-4A76-8C2C-9B09C09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CHECKPOINT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45F1A-CFA8-42A8-931B-6EAFF14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dossier existe avant le fichier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FFA38-5444-4F8E-A583-171E3E23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Créez 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BTS_SIO / Semaine_1 / jour_2_html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Montrez l’arborescence à votre voisin. Il doit pouvoir retrouver le dossier sans votre aide.</a:t>
            </a:r>
          </a:p>
        </p:txBody>
      </p:sp>
    </p:spTree>
    <p:extLst>
      <p:ext uri="{BB962C8B-B14F-4D97-AF65-F5344CB8AC3E}">
        <p14:creationId xmlns:p14="http://schemas.microsoft.com/office/powerpoint/2010/main" val="171244884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69E7F-7531-4D02-9CE3-ECE2522A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CHECKPOINT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6F4E5-B90F-4B9A-9B11-7EDF1095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VS Code ouvre le dossier complet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05525-C785-4053-9732-CB486045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Dans VS Code, choisissez Fichier puis Ouvrir un dossier.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nom jour_2_html doit apparaître dans l’Explorateur.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Si vous voyez seulement un fichier isolé, recommencez l’ouverture proprement.</a:t>
            </a:r>
          </a:p>
        </p:txBody>
      </p:sp>
    </p:spTree>
    <p:extLst>
      <p:ext uri="{BB962C8B-B14F-4D97-AF65-F5344CB8AC3E}">
        <p14:creationId xmlns:p14="http://schemas.microsoft.com/office/powerpoint/2010/main" val="4955412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D77F7-9371-4D52-BF7E-62C67573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CHECKPOINT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387FE-D49D-4D34-AE7E-BE3170D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premier fichier porte le bon nom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1B3A8-9F62-419B-A9CD-CE9C4CC7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Créez index.html exactement.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Refusez index, Index.HTML et index.html.txt pour cet atelier.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Expliquez à votre voisin le rôle de l’extension.</a:t>
            </a:r>
          </a:p>
        </p:txBody>
      </p:sp>
    </p:spTree>
    <p:extLst>
      <p:ext uri="{BB962C8B-B14F-4D97-AF65-F5344CB8AC3E}">
        <p14:creationId xmlns:p14="http://schemas.microsoft.com/office/powerpoint/2010/main" val="21166282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52530-DC06-4325-A21C-8B0206C4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BOUCLE DE TRAVAIL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8BA9B-58CB-44F3-9C58-9376B28A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Modifier, enregistrer, actualiser, observer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8BB0-393F-4BFF-80CA-F1C143E4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Écrivez une courte phrase dans 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Enregistrez avec Ctrl + 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Ouvrez le fichier dans le navigateur.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Modifiez la phrase, enregistrez et actualisez. Décrivez ce qui change.</a:t>
            </a:r>
          </a:p>
        </p:txBody>
      </p:sp>
    </p:spTree>
    <p:extLst>
      <p:ext uri="{BB962C8B-B14F-4D97-AF65-F5344CB8AC3E}">
        <p14:creationId xmlns:p14="http://schemas.microsoft.com/office/powerpoint/2010/main" val="103276485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C6E65-07A8-409B-A55A-24734513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SOS 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7889B-D858-4768-A9C0-89E0957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EDE5A-C7E3-4EFB-91C0-76FD575C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modification n’apparaît 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8AC26-A66B-48C9-8D78-7B74C522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Avant de réécrire le code, donnez trois vérifications simples à effectuer.</a:t>
            </a:r>
          </a:p>
        </p:txBody>
      </p:sp>
    </p:spTree>
    <p:extLst>
      <p:ext uri="{BB962C8B-B14F-4D97-AF65-F5344CB8AC3E}">
        <p14:creationId xmlns:p14="http://schemas.microsoft.com/office/powerpoint/2010/main" val="66457876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D7DFE-636F-46F8-883A-7FC7B755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SOS INSTALLATION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2777C-250E-486A-9969-F4DC06C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5ED35-4282-42D3-A512-958F1CC5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fichier s’ouvre dans un éditeur de texte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9B7A4-5342-4E3D-B9E6-30AA3A4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 faut-il contrôler dans le nom réel du fichier ?</a:t>
            </a:r>
          </a:p>
        </p:txBody>
      </p:sp>
    </p:spTree>
    <p:extLst>
      <p:ext uri="{BB962C8B-B14F-4D97-AF65-F5344CB8AC3E}">
        <p14:creationId xmlns:p14="http://schemas.microsoft.com/office/powerpoint/2010/main" val="27538715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90E7E-D0C6-45B7-8599-47B434BB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250A7-025B-45C1-BB29-3FC37D99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binôme de contrôle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8E380-3108-4362-B704-68E31DDB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Chaque étudiant montre à son binôme 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dossier ouvert dans VS Code ;</a:t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fichier index.html ;</a:t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navigateur affichant le contenu ;</a:t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une modification réalisée puis actualisée.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binôme valide les quatre points.</a:t>
            </a:r>
          </a:p>
        </p:txBody>
      </p:sp>
    </p:spTree>
    <p:extLst>
      <p:ext uri="{BB962C8B-B14F-4D97-AF65-F5344CB8AC3E}">
        <p14:creationId xmlns:p14="http://schemas.microsoft.com/office/powerpoint/2010/main" val="25220516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52A2C-3D0E-4F35-8F38-ECA1B591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73E3C-05E8-48A4-A104-FB265C59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puzzle du squelette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E30E4-F077-4FE3-A93E-A3D20944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Comprendre chaque ligne avant de la recopier</a:t>
            </a:r>
          </a:p>
        </p:txBody>
      </p:sp>
    </p:spTree>
    <p:extLst>
      <p:ext uri="{BB962C8B-B14F-4D97-AF65-F5344CB8AC3E}">
        <p14:creationId xmlns:p14="http://schemas.microsoft.com/office/powerpoint/2010/main" val="38960564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D672C-93BD-48DD-8C11-74F134CE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PUZZLE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685EA-6666-4447-B842-90042489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Remettez les lignes dans l’ordre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64112-7642-41FE-A2CC-D3B1E2D1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8EC29-120C-4E68-84FD-0443F9DD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&lt;/body&gt;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&lt;head&gt;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&lt;h1&gt;Bonjour le Web !&lt;/h1&gt;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&lt;!DOCTYPE html&gt;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&lt;/html&gt;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&lt;body&gt;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&lt;title&gt;Ma première page&lt;/title&gt;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&lt;html lang="fr"&gt;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&lt;meta charset="UTF-8"&gt;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&lt;/head&gt;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739FD-3C6D-40DE-857D-B1A72F3B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Travaillez par deux. Aucun ordinateur pendant trois minutes.</a:t>
            </a:r>
          </a:p>
        </p:txBody>
      </p:sp>
    </p:spTree>
    <p:extLst>
      <p:ext uri="{BB962C8B-B14F-4D97-AF65-F5344CB8AC3E}">
        <p14:creationId xmlns:p14="http://schemas.microsoft.com/office/powerpoint/2010/main" val="172640076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30234-237E-4AC5-9D2C-A6EEAF45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091A3-3FCB-40EF-9BBE-4F3A472B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squelette minimal remis en ordre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1525D-F289-4E1E-9044-9FD671F9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1DAC4-1E74-4AB6-8F41-4AEC9F76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&lt;!DOCTYPE html&gt;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&lt;html lang="fr"&gt;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&lt;head&gt;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&lt;meta charset="UTF-8"&gt;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&lt;title&gt;Ma première page&lt;/title&gt;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&lt;/head&gt;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&lt;body&gt;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&lt;h1&gt;Bonjour le Web !&lt;/h1&gt;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&lt;/body&gt;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2635997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02971-9C71-47C9-B3E6-B21D5EA8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CONSTRUCTION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580D5-C098-43D9-A9C0-4480E3FE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54760-C9B8-417B-A999-FE0AA88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DOCTYPE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7EF8F-4A55-4ADE-A02B-40C6FCE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1BE1D-263B-4A03-A364-1BADE6C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&lt;!DOCTYPE html&gt;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3A924-1373-4BFD-AB32-591D3ADC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Annonce un document interprété en HTML moderne.</a:t>
            </a:r>
          </a:p>
        </p:txBody>
      </p:sp>
    </p:spTree>
    <p:extLst>
      <p:ext uri="{BB962C8B-B14F-4D97-AF65-F5344CB8AC3E}">
        <p14:creationId xmlns:p14="http://schemas.microsoft.com/office/powerpoint/2010/main" val="198395786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5565F-1A31-4170-A101-4C7608C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CONSTRUCTION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FDA25-8C8E-4C68-92A7-1D2AA130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15113-E75A-4082-9009-E7928FCB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Élément racine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B5C43-A6E9-4BF2-A4E4-92BB957E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DFF15-B813-4438-9BD9-3F6B2CA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&lt;html lang="fr"&gt; … &lt;/html&gt;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0EF07-C037-4B5F-9074-0DBCE5AB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Contient tout le document et précise ici sa langue principale.</a:t>
            </a:r>
          </a:p>
        </p:txBody>
      </p:sp>
    </p:spTree>
    <p:extLst>
      <p:ext uri="{BB962C8B-B14F-4D97-AF65-F5344CB8AC3E}">
        <p14:creationId xmlns:p14="http://schemas.microsoft.com/office/powerpoint/2010/main" val="141014913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1095A-CF5C-4E65-8E8E-4961E652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CONSTRUCTION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0D4D-D084-4C9C-A77F-F562BD2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CEAAE-381D-4190-94C4-0AAF5F3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Informations sur le document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C5880-7905-4D89-B38F-4D22DD4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BBB38-9CD1-4681-9D80-6DB4C169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&lt;head&gt; … &lt;/head&gt;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E6A39-F1C9-4138-93F5-6E119B8B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Contient notamment l’encodage et le titre de l’onglet.</a:t>
            </a:r>
          </a:p>
        </p:txBody>
      </p:sp>
    </p:spTree>
    <p:extLst>
      <p:ext uri="{BB962C8B-B14F-4D97-AF65-F5344CB8AC3E}">
        <p14:creationId xmlns:p14="http://schemas.microsoft.com/office/powerpoint/2010/main" val="63862631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F82FB-2981-47F5-9867-08559D3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CONSTRUCTION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F333A-06B5-46C3-A96B-DA8708EA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48AD9-B0B8-484E-97A6-6DB1693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Encodage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76D04-55E5-4C03-BDCE-B20A54D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DC848-F33A-4654-9069-5755788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&lt;meta charset="UTF-8"&gt;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7A9E8-5494-4F14-8EF1-E34C7C81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Aide à représenter correctement les caractères.</a:t>
            </a:r>
          </a:p>
        </p:txBody>
      </p:sp>
    </p:spTree>
    <p:extLst>
      <p:ext uri="{BB962C8B-B14F-4D97-AF65-F5344CB8AC3E}">
        <p14:creationId xmlns:p14="http://schemas.microsoft.com/office/powerpoint/2010/main" val="178712606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AB114-5D1E-49D4-AF87-BDCCD0B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CONSTRUCTION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01B0-718A-49DB-8E8C-18DBB64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23E39-AA70-4C0D-B80F-0E5A8432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Titre de l’onglet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6E6E3-C8F8-4FE6-83F3-CD0B852F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6EC36-8A98-43B0-A7D0-1CC50360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&lt;title&gt;Ma première page&lt;/title&gt;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F0A43-7D28-41CB-B5F8-8E40AC8B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Apparaît notamment dans l’onglet, pas comme grand titre visible.</a:t>
            </a:r>
          </a:p>
        </p:txBody>
      </p:sp>
    </p:spTree>
    <p:extLst>
      <p:ext uri="{BB962C8B-B14F-4D97-AF65-F5344CB8AC3E}">
        <p14:creationId xmlns:p14="http://schemas.microsoft.com/office/powerpoint/2010/main" val="174168302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5971B-BC1E-4D27-8001-2A36EBB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CONSTRUCTION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90A23-BB58-4AA9-9B82-114BEEFD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1367C-B557-45F9-A77A-72F67504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Contenu visible principal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0004B-BBF1-4BB4-ACDD-A6C7D986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05ECB-BF2B-4A1B-876D-804C9517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&lt;body&gt; … &lt;/body&gt;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AED68-7127-446C-9605-2BA08105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Accueille les titres, paragraphes, listes, liens et images.</a:t>
            </a:r>
          </a:p>
        </p:txBody>
      </p:sp>
    </p:spTree>
    <p:extLst>
      <p:ext uri="{BB962C8B-B14F-4D97-AF65-F5344CB8AC3E}">
        <p14:creationId xmlns:p14="http://schemas.microsoft.com/office/powerpoint/2010/main" val="35816913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3860E-BD12-4288-BB9B-E0228D67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CONSTRUCTION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B149D-975B-4B88-B50E-21CFD8A3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F83D2-42D1-4AAA-BEF7-9A43920A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Titre principal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BEE2-79EF-43C6-9EAC-839137A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C16B2-606D-4FB7-B9B9-6004BEFF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&lt;h1&gt;Bonjour le Web !&lt;/h1&gt;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C8DD3-E647-48B4-8685-75257C4A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Indique le titre principal du document.</a:t>
            </a:r>
          </a:p>
        </p:txBody>
      </p:sp>
    </p:spTree>
    <p:extLst>
      <p:ext uri="{BB962C8B-B14F-4D97-AF65-F5344CB8AC3E}">
        <p14:creationId xmlns:p14="http://schemas.microsoft.com/office/powerpoint/2010/main" val="95555778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AE6AE-F8C8-4A30-86C9-4708FB76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MISSION AUTONOME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FD1B1-1C67-4C45-B411-7FD34FA3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Une première page sans copier le voisin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4BEF9-8739-4837-A37A-4CD2404F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Créez un h1 intitulé « Ma première page 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Ajoutez un h2, deux paragraphes, un passage important avec strong et une emphase avec 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Après chaque modification : enregistrez, actualisez et observez.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Si un problème apparaît, décrivez-le avant de modifier le code.</a:t>
            </a:r>
          </a:p>
        </p:txBody>
      </p:sp>
    </p:spTree>
    <p:extLst>
      <p:ext uri="{BB962C8B-B14F-4D97-AF65-F5344CB8AC3E}">
        <p14:creationId xmlns:p14="http://schemas.microsoft.com/office/powerpoint/2010/main" val="111055510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56DED-880B-40EA-84CE-A6D7C048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79EDC-74E5-4931-9B23-4416E9A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chasse aux erreurs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EDDAA-376F-4254-8AC4-FD07A9A2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Un seul bug par écran, une hypothèse avant toute correction</a:t>
            </a:r>
          </a:p>
        </p:txBody>
      </p:sp>
    </p:spTree>
    <p:extLst>
      <p:ext uri="{BB962C8B-B14F-4D97-AF65-F5344CB8AC3E}">
        <p14:creationId xmlns:p14="http://schemas.microsoft.com/office/powerpoint/2010/main" val="121297034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5169F-717E-4076-B054-D97F4539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A11F4-BC6C-42A5-8117-B7A77B43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AB1AB-B704-46CE-BAA2-C3B861A2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34DDD-9F10-4656-94A3-8652629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58D1E-E8D8-40BF-A745-3FF561FB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&lt;h1&gt;Bienvenue&lt;/h2&gt;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EB943-A30F-4C75-8434-686A7DCB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85627864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9A93F-39C0-45CA-AE20-A988AE9F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D03BF-9201-40B3-AF96-03173284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BC92B-250B-40FD-BE65-BE3B5526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F8A4-5948-4CD6-B9FF-06929EB2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CE531-95F6-4769-97E8-9CC8530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&lt;p&gt;Mon premier paragraphe&lt;p&gt;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406FC-42F5-401E-A590-D948CA6D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58748152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5F241-5378-4762-A25A-3FF39E8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FDABA-23FF-492F-80F7-E4AEE794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EBFAD-E381-499E-957D-3139FA2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47B6E-99FD-4353-A0CE-FE78DBC9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A3594-9233-4EBB-B6F7-4B0F418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&lt;title&gt;Ma page&lt;/title&gt; placé dans &lt;body&gt;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C24C1-AA08-4A58-920D-06385DA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37286401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7A195-F3B7-491B-BDDA-55862E76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E47DC-BFB8-40FB-8445-59B04C4E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70004-3E8B-43DF-9BDC-546608AF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1CC3C-E121-4BEF-BBD2-40BAEF00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15C99-028C-4358-A5F5-9E6FB549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&lt;p&gt;Ce texte est &lt;strong&gt;important&lt;/p&gt;&lt;/strong&gt;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99CE5-8E17-4C00-9F8C-97F973F3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209366952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2591D-0696-48A9-92E5-CEEFB59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5F0B0-B441-44E8-9F90-4621C76D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DF2CC-A309-4CB6-87E3-A4205AB0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5AA39-D13B-4AFD-88AF-5E5B116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CA85D-AFD6-4D4B-9B9E-7A18F1A4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&lt;html lang=fr&gt;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4597A-B7CB-42DE-BD6A-A3307E41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124513900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6472E-8B84-4BF6-A380-693ACB35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47DDA-0B45-441D-AB68-3FA0322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9A122-DD0F-41D2-B85B-32918C8A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4EFC7-944B-400B-ADF1-EC6E2021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135EF-D4FB-4FCD-A6E8-45A9D3DA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&lt;ul&gt;&lt;li&gt;HTML&lt;li&gt;CSS&lt;/ul&gt;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18A02-9684-4140-AA02-22947E2E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79770731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A6E35-20F2-4575-AA69-83F2E0B2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790F6-285F-422D-8956-CCD4FB26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DA14F-9A16-46C7-94AB-3A2FDF1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BCD9A-52E0-48CD-8AD8-3A79AD85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CF8C3-4B2D-4944-B9E8-F43B1174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 fichier s’appelle index.html.txt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72EB-EBD8-4FC6-A25A-45FA02B1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123822498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3DD9A-476C-4B94-A8B8-E0CECE1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BUG MINUTE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0EA83-9665-4586-88BC-24407A3A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C89C7-BC41-443D-A0AF-EDCF3602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Qu’est-ce qui vous semble suspect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80B83-C2C2-4B77-8070-0ADE3476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464EF-B49A-4561-9B85-4F4F94AF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 navigateur montre l’ancienne 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97D97-14CA-4218-8D97-50499774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Formulez le diagnostic avant de proposer la correction.</a:t>
            </a:r>
          </a:p>
        </p:txBody>
      </p:sp>
    </p:spTree>
    <p:extLst>
      <p:ext uri="{BB962C8B-B14F-4D97-AF65-F5344CB8AC3E}">
        <p14:creationId xmlns:p14="http://schemas.microsoft.com/office/powerpoint/2010/main" val="171653683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CA5F6-D4E2-462D-9363-5BC42BDB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E4B4E-6D97-4254-9AD1-50E64689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huit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6A2ED-6060-40B6-ABC9-8D99411F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Les balises ouvrante et fermante ne correspondent pas. Terminer par &lt;/h1&gt;.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La seconde balise doit être fermante : &lt;/p&gt;.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title appartient au head. Le titre visible principal utilise h1 dans body.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Les éléments se croisent. Fermer strong avant de fermer p.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La valeur de l’attribut doit être écrite entre guillemets dans notre convention : lang="fr".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Chaque li doit être correctement fermé et le code doit être indenté.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7. Afficher les extensions puis renommer le fichier en index.html.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8. Enregistrer le bon fichier, vérifier l’onglet ouvert et actualiser.</a:t>
            </a:r>
          </a:p>
        </p:txBody>
      </p:sp>
    </p:spTree>
    <p:extLst>
      <p:ext uri="{BB962C8B-B14F-4D97-AF65-F5344CB8AC3E}">
        <p14:creationId xmlns:p14="http://schemas.microsoft.com/office/powerpoint/2010/main" val="69945678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86B6D-4DA5-4FCD-B454-3EB82D3E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2439A-C9BE-4EAA-9D26-F1793ECC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tribunal des listes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1D311-FA8A-41F8-9966-EAB376F5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Ordonnée ou non ordonnée : le sens décide</a:t>
            </a:r>
          </a:p>
        </p:txBody>
      </p:sp>
    </p:spTree>
    <p:extLst>
      <p:ext uri="{BB962C8B-B14F-4D97-AF65-F5344CB8AC3E}">
        <p14:creationId xmlns:p14="http://schemas.microsoft.com/office/powerpoint/2010/main" val="108638594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64CA9-DA4A-48E0-84FF-E8A64F6F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UL OU OL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FD2D1-EF79-4AA9-9B68-9263F8CB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663BD-85F9-4F6E-B47E-AE51AD63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Les langages que je connais de nom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0AB31-FDB2-4577-BAB7-9A67149A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Votez pour ul ou ol, puis défendez votre choix.</a:t>
            </a:r>
          </a:p>
        </p:txBody>
      </p:sp>
    </p:spTree>
    <p:extLst>
      <p:ext uri="{BB962C8B-B14F-4D97-AF65-F5344CB8AC3E}">
        <p14:creationId xmlns:p14="http://schemas.microsoft.com/office/powerpoint/2010/main" val="89404895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92150-6796-4711-AB26-861D71FF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UL OU OL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3D937-4CEF-4161-9F1F-08E1931F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201F3-33B9-4313-B06E-0AB03EA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Les étapes pour créer index.html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CC8F3-FDBB-4CCA-933F-990DC7C5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Votez pour ul ou ol, puis défendez votre choix.</a:t>
            </a:r>
          </a:p>
        </p:txBody>
      </p:sp>
    </p:spTree>
    <p:extLst>
      <p:ext uri="{BB962C8B-B14F-4D97-AF65-F5344CB8AC3E}">
        <p14:creationId xmlns:p14="http://schemas.microsoft.com/office/powerpoint/2010/main" val="154479624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08AC8-ECC8-4656-ABC1-CAB281C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UL OU OL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D702D-F380-4ED3-B930-6B7AD27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FF9D9-E2B1-4E55-BA6F-628032C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classement final d’un tournoi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C9B79-A597-4443-A592-5450319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Votez pour ul ou ol, puis défendez votre choix.</a:t>
            </a:r>
          </a:p>
        </p:txBody>
      </p:sp>
    </p:spTree>
    <p:extLst>
      <p:ext uri="{BB962C8B-B14F-4D97-AF65-F5344CB8AC3E}">
        <p14:creationId xmlns:p14="http://schemas.microsoft.com/office/powerpoint/2010/main" val="125378515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3551F-0D5C-4A9F-B332-7285384B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UL OU OL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D6E8D-ADA5-4573-BCE4-07E25B69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4725E-24DD-4E9C-87F8-35D072E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Les centres d’intérêt d’un personnage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B80D7-8793-43E3-983A-E2FE4F6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Votez pour ul ou ol, puis défendez votre choix.</a:t>
            </a:r>
          </a:p>
        </p:txBody>
      </p:sp>
    </p:spTree>
    <p:extLst>
      <p:ext uri="{BB962C8B-B14F-4D97-AF65-F5344CB8AC3E}">
        <p14:creationId xmlns:p14="http://schemas.microsoft.com/office/powerpoint/2010/main" val="22017669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86600-9431-4EA2-8003-D6B9769F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UL OU OL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3DA9F-5F5E-43E9-9A39-E365696B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37104-E1D0-4606-87C9-00B60F48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Une recette à suivre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D5D33-B02A-4908-B639-42DC4B56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Votez pour ul ou ol, puis défendez votre choix.</a:t>
            </a:r>
          </a:p>
        </p:txBody>
      </p:sp>
    </p:spTree>
    <p:extLst>
      <p:ext uri="{BB962C8B-B14F-4D97-AF65-F5344CB8AC3E}">
        <p14:creationId xmlns:p14="http://schemas.microsoft.com/office/powerpoint/2010/main" val="18899880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1BFBB-0399-462A-85C8-6F6B0071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UL OU OL 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EE4B4-8CCF-4629-9B90-0E90F634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43358-CC1D-442B-A25E-14CC1A27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matériel présent dans une salle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0E553-65FF-4477-A5D4-4490472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Votez pour ul ou ol, puis défendez votre choix.</a:t>
            </a:r>
          </a:p>
        </p:txBody>
      </p:sp>
    </p:spTree>
    <p:extLst>
      <p:ext uri="{BB962C8B-B14F-4D97-AF65-F5344CB8AC3E}">
        <p14:creationId xmlns:p14="http://schemas.microsoft.com/office/powerpoint/2010/main" val="177876552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545A7-7924-421B-8E04-0A51320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57F44-5307-42EA-9D5E-2077CDB1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sens de chaque liste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F4169-91F6-42A5-A673-FF6FC74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ul : L’ordre ne change pas le sens général.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ol : Les actions suivent un ordre.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ol : La position est porteuse de sens.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ul : Aucun ordre obligatoire n’est indiqué.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ol : Changer l’ordre peut modifier le résultat.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ul : Il s’agit d’un inventaire sans séquence imposée.</a:t>
            </a:r>
          </a:p>
        </p:txBody>
      </p:sp>
    </p:spTree>
    <p:extLst>
      <p:ext uri="{BB962C8B-B14F-4D97-AF65-F5344CB8AC3E}">
        <p14:creationId xmlns:p14="http://schemas.microsoft.com/office/powerpoint/2010/main" val="160734758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AF0FC-252E-4EDC-8CD1-A98568F2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DÉFI DE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5BB5A-FF46-46FA-A943-EDF99BEC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Écrivez les deux listes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5C746-45B2-41C6-8E40-B0DF65E9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83DDF-9771-4650-A03B-C746E41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Technologies à découvrir : HTML, CSS, JavaScript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Étapes : créer le dossier, ouvrir VS Code, créer index.html, enregistrer, tester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FACD4-0E10-46FF-BDAE-F8F5CE79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Une liste sera non ordonnée. L’autre sera ordonnée.</a:t>
            </a:r>
          </a:p>
        </p:txBody>
      </p:sp>
    </p:spTree>
    <p:extLst>
      <p:ext uri="{BB962C8B-B14F-4D97-AF65-F5344CB8AC3E}">
        <p14:creationId xmlns:p14="http://schemas.microsoft.com/office/powerpoint/2010/main" val="1405613771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759AC-164A-4EC4-9A00-68C215C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F6284-8FB8-4088-9022-5DA05F26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Liens et images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6F279-1DB1-4023-A33D-D47B4E68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Lire href, src et alt comme des informations précises</a:t>
            </a:r>
          </a:p>
        </p:txBody>
      </p:sp>
    </p:spTree>
    <p:extLst>
      <p:ext uri="{BB962C8B-B14F-4D97-AF65-F5344CB8AC3E}">
        <p14:creationId xmlns:p14="http://schemas.microsoft.com/office/powerpoint/2010/main" val="49509661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3556-563A-42A7-82DA-56DDB004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A0112-9653-4338-9C2F-7D56139A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9A75-B391-4913-8880-B63EA497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Créer un lien externe vers MDN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E87F-C4CF-49B1-84D9-73C947F3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60B5B-FAF6-4F3B-8B78-A34BD123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&lt;a href="https://developer.mozilla.org/"&gt;MDN&lt;/a&gt;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9E977-68A4-4671-82F3-B35DB2E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65518208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D9D82-CA15-4454-8FE9-E86E88CA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A081-007C-4E7E-A9D4-736B3D75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C8267-2C42-48BE-862B-700AFF47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Relier index.html à contact.html dans le même dossier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C144E-E6B6-4E14-BE08-27E7E4E8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36F4E-5BD5-413D-8FDE-DA76E36E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&lt;a href="contact.html"&gt;Contact&lt;/a&gt;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6000A-2F2F-498B-B9C6-F3940083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195363875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00D85-995D-4B41-B40D-BD310018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ACC46-FADF-47DD-80C0-C7137BEC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9E7FE-72C0-46CB-A597-686D6CD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Afficher images/portrait.jpg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E5B5E-DD1D-42AE-94B5-A9E7F12C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CB65-13C0-49F9-A678-2A756CD3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&lt;img src="images/portrait.jpg" alt="Portrait du personnage"&gt;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C39BA-6267-40B2-8643-67D37BB2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2082357341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7703D-B67F-4035-88B8-A10E9CF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294E4-CB2F-4C6C-ACB9-EA62703A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48D89-4A55-4255-825A-36B3776C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lien n’est pas cliquable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B1BC9-AE6E-497F-8D8C-E544AC44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B2014-896B-4CB2-BEBD-E1BC980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&lt;a href="contact.html"&gt;Contact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E025F-F38F-4285-9AFC-B9BED158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148559760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C96E4-E013-4B38-A307-2DD483DB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622CE-D236-47EB-BB4F-07B4EEA0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7FC10-90E1-4DE4-AEDA-FA5A6170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L’image reste introuvable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75C68-8CBA-4B4E-B2CB-035653B6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223A2-7525-4F21-AE97-A80374DF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&lt;img src="image/photo.jpg" alt="Photo"&gt;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 dossier réel s’appelle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BA878-37CE-47F2-B231-06C2DE20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148729547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833D7-9AD1-4A14-95E5-71FB2310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751B6-3B87-464E-AF46-04C810E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E8978-86F3-4B70-85BA-038397C5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navigateur affiche une icône d’image cassée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7C26-0E2F-4056-9588-BB9D767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F76AE-3922-4E76-B7F3-34913855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&lt;img src="images/avatar.png" alt="Avatar"&gt;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Le fichier réel s’appelle avatar.jpg.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253D3-D2D4-453E-A63F-A0BE881E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89264343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A772A-1A53-4B46-B29E-128191C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907A9-F8F5-42E5-97AB-5C751D69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760F3-731A-4CBE-9DA4-C284996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Depuis pages/profil.html, revenir à index.html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614C5-9519-41AD-B452-E82D5F67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88502-1323-487A-A66A-76350850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site/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index.html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└── pages/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└── profil.html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26A3E-42E3-44F4-9FD8-4A224DED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100205969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01283-ABC5-497B-926F-31C821E5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LIEN OU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FECA0-3DAD-4826-A78F-9A43A5DB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E0E28-C6E4-4B40-82EC-EDC13EC2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Depuis pages/profil.html, afficher images/logo.png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6650A-9E14-4119-BFF1-4734EA1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10875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4283A"/>
          </a:solidFill>
          <a:ln xmlns:a="http://schemas.openxmlformats.org/drawingml/2006/main" w="19050">
            <a:solidFill>
              <a:srgbClr val="48D6C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1054E-38DD-4B78-8472-DB7D8CCA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site/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├── pages/profil.html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└── images/logo.png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6159A-FEE4-430C-BA0B-8A0B6B92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B2142"/>
                </a:solidFill>
                <a:latin typeface="DejaVu Sans"/>
                <a:ea typeface="DejaVu Sans"/>
                <a:cs typeface="DejaVu Sans"/>
              </a:rPr>
              <a:t>Expliquez le chemin avec des mots avant de valider le code.</a:t>
            </a:r>
          </a:p>
        </p:txBody>
      </p:sp>
    </p:spTree>
    <p:extLst>
      <p:ext uri="{BB962C8B-B14F-4D97-AF65-F5344CB8AC3E}">
        <p14:creationId xmlns:p14="http://schemas.microsoft.com/office/powerpoint/2010/main" val="79118931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395EF-ACC4-4C13-9233-123091DA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33286-4767-4241-86D8-D793B0F9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solutions de chemin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3CDF5-97D4-4605-BD7F-AE207B2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href contient l’URL complète.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Le nom du fichier suffit comme chemin relatif.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src désigne la ressource et alt décrit l’image.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Il manque la balise fermante &lt;/a&gt;.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Corriger le chemin en images/photo.jpg.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6. L’extension demandée ne correspond pas au fichier réel.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7. Utiliser ../index.html.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8. Utiliser ../images/logo.png.</a:t>
            </a:r>
          </a:p>
        </p:txBody>
      </p:sp>
    </p:spTree>
    <p:extLst>
      <p:ext uri="{BB962C8B-B14F-4D97-AF65-F5344CB8AC3E}">
        <p14:creationId xmlns:p14="http://schemas.microsoft.com/office/powerpoint/2010/main" val="49301249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AE0DD-2898-4C97-A198-024C21D5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DÉFI ALT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BE4B1-274C-437B-B906-EA555DF9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Décrire l’information utile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6AFDC-84C1-4BF6-9E80-8E70289D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Pour chaque situation, proposez un texte alt adapté.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Une bonne réponse dépend du rôle de l’image dans la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Évitez les descriptions vagues comme « image » ou « photo » lorsque l’information utile peut être précisée.</a:t>
            </a:r>
          </a:p>
        </p:txBody>
      </p:sp>
    </p:spTree>
    <p:extLst>
      <p:ext uri="{BB962C8B-B14F-4D97-AF65-F5344CB8AC3E}">
        <p14:creationId xmlns:p14="http://schemas.microsoft.com/office/powerpoint/2010/main" val="15765080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A4FD2-88D3-40A7-8FEB-CBF2C8D1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TEXTE ALTERNATIF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225E-310C-4521-A613-2A205F18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35066-EE31-4FE4-B468-2ABF1536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 portrait du personnage fictif présenté dans la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9117-3287-42AF-BBB2-C28DFCF6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Rédigez une proposition courte, puis comparez-la avec celle d’un voisin.</a:t>
            </a:r>
          </a:p>
        </p:txBody>
      </p:sp>
    </p:spTree>
    <p:extLst>
      <p:ext uri="{BB962C8B-B14F-4D97-AF65-F5344CB8AC3E}">
        <p14:creationId xmlns:p14="http://schemas.microsoft.com/office/powerpoint/2010/main" val="80175137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9F818-4947-46F5-B60C-D6EB9D5D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TEXTE ALTERNATIF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721F8-762F-42A3-B69F-FD975948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C9081-BD63-402D-B8FF-D37609DA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logo de l’établissement utilisé pour identifier l’école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DB1FE-4EEF-4B90-9251-0A0D9CC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Rédigez une proposition courte, puis comparez-la avec celle d’un voisin.</a:t>
            </a:r>
          </a:p>
        </p:txBody>
      </p:sp>
    </p:spTree>
    <p:extLst>
      <p:ext uri="{BB962C8B-B14F-4D97-AF65-F5344CB8AC3E}">
        <p14:creationId xmlns:p14="http://schemas.microsoft.com/office/powerpoint/2010/main" val="529129508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6349F-676D-47B4-A2B1-662D9164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TEXTE ALTERNATIF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E8148-E05A-419E-9DBB-EDB43D5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"/>
            <a:ext cx="100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B680E-FED1-4ADD-A041-01E139E8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Une forme colorée purement décorative, sans information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EA67B-A374-4358-B63F-B73CEDCC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Rédigez une proposition courte, puis comparez-la avec celle d’un voisin.</a:t>
            </a:r>
          </a:p>
        </p:txBody>
      </p:sp>
    </p:spTree>
    <p:extLst>
      <p:ext uri="{BB962C8B-B14F-4D97-AF65-F5344CB8AC3E}">
        <p14:creationId xmlns:p14="http://schemas.microsoft.com/office/powerpoint/2010/main" val="384365083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5D018-26C3-4B22-BEFC-E196C3D9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C365A-45BE-43A0-A4B4-E413AAE5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 propositions, pas des formules magiques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1700-6513-412A-8D21-D157764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Exemple : « Portrait de Lina, technicienne réseau fictive »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Exemple : « Logo de l’établissement »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Un alt vide peut être approprié : alt="".</a:t>
            </a:r>
          </a:p>
        </p:txBody>
      </p:sp>
    </p:spTree>
    <p:extLst>
      <p:ext uri="{BB962C8B-B14F-4D97-AF65-F5344CB8AC3E}">
        <p14:creationId xmlns:p14="http://schemas.microsoft.com/office/powerpoint/2010/main" val="64250582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7F534-4927-409C-818F-2971647A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spc="3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ACTIVITÉ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AF6F1-0C09-469B-88EC-B840D997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Mission finale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5527E-5720-42E7-9FE0-1BD9AB7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8D7B8"/>
                </a:solidFill>
                <a:latin typeface="DejaVu Sans"/>
                <a:ea typeface="DejaVu Sans"/>
                <a:cs typeface="DejaVu Sans"/>
              </a:rPr>
              <a:t>Créer, tester, expliquer et relire une page complète</a:t>
            </a:r>
          </a:p>
        </p:txBody>
      </p:sp>
    </p:spTree>
    <p:extLst>
      <p:ext uri="{BB962C8B-B14F-4D97-AF65-F5344CB8AC3E}">
        <p14:creationId xmlns:p14="http://schemas.microsoft.com/office/powerpoint/2010/main" val="182847890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87129-6D9B-479A-93B4-5A7910D9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35EE4-DF6A-4E1E-99D4-90986C8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personnage impossible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AF552-A33B-41CB-A59C-0C2D0831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Inventez un personnage passionné d’informatique avec un détail volontairement loufoque.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Votre page doit comporter un titre d’onglet, un h1, au moins deux h2, trois paragraphes, strong, em, une liste, un lien externe et une image locale avec alt.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code doit rester indenté et lisible.</a:t>
            </a:r>
          </a:p>
        </p:txBody>
      </p:sp>
    </p:spTree>
    <p:extLst>
      <p:ext uri="{BB962C8B-B14F-4D97-AF65-F5344CB8AC3E}">
        <p14:creationId xmlns:p14="http://schemas.microsoft.com/office/powerpoint/2010/main" val="43985500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4A0EE-0F58-44D4-B8EC-1B5A21E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E0B44C"/>
                </a:solidFill>
                <a:latin typeface="DejaVu Sans"/>
                <a:ea typeface="DejaVu Sans"/>
                <a:cs typeface="DejaVu Sans"/>
              </a:rPr>
              <a:t>CONTRAINTES CRÉATIVES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69972-9761-4D13-8D5F-907481EB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Trois cartes tirées par la classe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C2553-0333-4472-94A9-1ED8AA8B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Métier : administrateur réseau, développeuse, enquêtrice numérique, réparateur de robots…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Passion improbable : collectionner les sons de modems, dresser des imprimantes, parler aux câbles…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Incident : un lien mène au mauvais endroit, une image disparaît, le titre d’onglet reste mystérieux…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Chaque page intègre au moins une idée choisie collectivement.</a:t>
            </a:r>
          </a:p>
        </p:txBody>
      </p:sp>
    </p:spTree>
    <p:extLst>
      <p:ext uri="{BB962C8B-B14F-4D97-AF65-F5344CB8AC3E}">
        <p14:creationId xmlns:p14="http://schemas.microsoft.com/office/powerpoint/2010/main" val="98503925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073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4BD77-6073-43DF-B4FF-C38D5E81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AUTOCONTRÔLE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6B4C4-A1F5-429B-83FD-54E45B9B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Avant d’appeler l’enseignant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CB166-92EC-4DD5-8361-4F8A7E4A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J’ai enregistré le fichier.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J’ai actualisé le navigateur.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J’ai vérifié le nom et l’extension des fichiers.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J’ai cliqué sur le lien.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J’ai vérifié l’image et son chemin.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J’ai relu les balises ouvrantes et fermantes.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Je peux expliquer au moins trois lignes de mon code.</a:t>
            </a:r>
          </a:p>
        </p:txBody>
      </p:sp>
    </p:spTree>
    <p:extLst>
      <p:ext uri="{BB962C8B-B14F-4D97-AF65-F5344CB8AC3E}">
        <p14:creationId xmlns:p14="http://schemas.microsoft.com/office/powerpoint/2010/main" val="167549010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7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FD57F-7116-4A05-8266-190F1A93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RELECTURE CROISÉE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A574A-9152-4E0B-8FBC-40142A9C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pilote et l’observateur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0C44C-1FAD-49B0-999F-2F84009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pilote ouvre sa page et ne touche plus au clavier pendant deux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L’observateur teste la page, lit le code et décrit un point réussi puis une amélioration.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Le pilote reprend ensuite le clavier et choisit la correction à appliquer.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4283A"/>
                </a:solidFill>
                <a:latin typeface="DejaVu Sans"/>
                <a:ea typeface="DejaVu Sans"/>
                <a:cs typeface="DejaVu Sans"/>
              </a:rPr>
              <a:t>Inversez les rôles.</a:t>
            </a:r>
          </a:p>
        </p:txBody>
      </p:sp>
    </p:spTree>
    <p:extLst>
      <p:ext uri="{BB962C8B-B14F-4D97-AF65-F5344CB8AC3E}">
        <p14:creationId xmlns:p14="http://schemas.microsoft.com/office/powerpoint/2010/main" val="1284261118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4B21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E0D4B-461D-4A8C-9057-7D2A3BFC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FF8F70"/>
                </a:solidFill>
                <a:latin typeface="DejaVu Sans"/>
                <a:ea typeface="DejaVu Sans"/>
                <a:cs typeface="DejaVu Sans"/>
              </a:rPr>
              <a:t>GALERIE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4903C-5F94-4102-9073-A3CFF96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Trois votes positifs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BCB84-99F9-457A-ABC4-5743A9EF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La page la plus claire à parcourir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personnage le plus original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Le meilleur diagnostic d’un bug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21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Chaque étudiant dispose d’une voix par catégorie. Aucun classement général.</a:t>
            </a:r>
          </a:p>
        </p:txBody>
      </p:sp>
    </p:spTree>
    <p:extLst>
      <p:ext uri="{BB962C8B-B14F-4D97-AF65-F5344CB8AC3E}">
        <p14:creationId xmlns:p14="http://schemas.microsoft.com/office/powerpoint/2010/main" val="386383268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14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A7E2C-F5C2-4CAE-A225-E5C044C8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spc="2">
                <a:solidFill>
                  <a:srgbClr val="48D6C5"/>
                </a:solidFill>
                <a:latin typeface="DejaVu Sans"/>
                <a:ea typeface="DejaVu Sans"/>
                <a:cs typeface="DejaVu Sans"/>
              </a:rPr>
              <a:t>TICKET DE SORTIE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7BED7-94EC-4003-B6A7-CDE6C7B3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2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Ce que je sais désormais refaire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83AAE-8352-4022-9EC6-8212ABC5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0429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Sans modèle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Avec un modèle</a:t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Pas encore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Classez : créer le dossier, ouvrir VS Code, écrire le squelette HTML, ajouter une liste, créer un lien, afficher une image et diagnostiquer un chemin incorrect.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F7E8"/>
                </a:solidFill>
                <a:latin typeface="DejaVu Sans"/>
                <a:ea typeface="DejaVu Sans"/>
                <a:cs typeface="DejaVu Sans"/>
              </a:rPr>
              <a:t>Notez ensuite la question que vous voulez résoudre jeudi.</a:t>
            </a:r>
          </a:p>
        </p:txBody>
      </p:sp>
    </p:spTree>
    <p:extLst>
      <p:ext uri="{BB962C8B-B14F-4D97-AF65-F5344CB8AC3E}">
        <p14:creationId xmlns:p14="http://schemas.microsoft.com/office/powerpoint/2010/main" val="1028645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2026-09-21T17:12:45.8080000Z</dcterms:created>
  <dcterms:modified xsi:type="dcterms:W3CDTF">2026-09-21T17:12:45.8080000Z</dcterms:modified>
</coreProperties>
</file>