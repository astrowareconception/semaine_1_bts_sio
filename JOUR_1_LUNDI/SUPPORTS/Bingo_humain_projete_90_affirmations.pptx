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c2e43d7bfa42aa" /><Relationship Type="http://schemas.openxmlformats.org/officeDocument/2006/relationships/extended-properties" Target="/docProps/app.xml" Id="R5b505e571a784764" /><Relationship Type="http://schemas.openxmlformats.org/officeDocument/2006/relationships/officeDocument" Target="/ppt/presentation.xml" Id="Rd89f9a5c252544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4a542c10484767"/>
  </p:sldMasterIdLst>
  <p:notesMasterIdLst>
    <p:notesMasterId xmlns:r="http://schemas.openxmlformats.org/officeDocument/2006/relationships" r:id="R00a1ab129d8647f6"/>
  </p:notesMasterIdLst>
  <p:sldIdLst>
    <p:sldId xmlns:r="http://schemas.openxmlformats.org/officeDocument/2006/relationships" id="256" r:id="R3327b7ed10e249ab"/>
    <p:sldId xmlns:r="http://schemas.openxmlformats.org/officeDocument/2006/relationships" id="257" r:id="Rb1c1a54e57e54dfb"/>
    <p:sldId xmlns:r="http://schemas.openxmlformats.org/officeDocument/2006/relationships" id="258" r:id="R137557c0fedd488f"/>
    <p:sldId xmlns:r="http://schemas.openxmlformats.org/officeDocument/2006/relationships" id="259" r:id="R8caf43c50a914e5b"/>
    <p:sldId xmlns:r="http://schemas.openxmlformats.org/officeDocument/2006/relationships" id="260" r:id="R80a3ed935f9b44af"/>
    <p:sldId xmlns:r="http://schemas.openxmlformats.org/officeDocument/2006/relationships" id="261" r:id="Rb2e6a04634bf45e8"/>
    <p:sldId xmlns:r="http://schemas.openxmlformats.org/officeDocument/2006/relationships" id="262" r:id="R98ee3591db9a44e7"/>
    <p:sldId xmlns:r="http://schemas.openxmlformats.org/officeDocument/2006/relationships" id="263" r:id="Rbb57b6a19c814db9"/>
    <p:sldId xmlns:r="http://schemas.openxmlformats.org/officeDocument/2006/relationships" id="264" r:id="R1bc3f91d06864427"/>
    <p:sldId xmlns:r="http://schemas.openxmlformats.org/officeDocument/2006/relationships" id="265" r:id="Re10d9ec012c84e37"/>
    <p:sldId xmlns:r="http://schemas.openxmlformats.org/officeDocument/2006/relationships" id="266" r:id="Rc7886ff1cf9744b7"/>
    <p:sldId xmlns:r="http://schemas.openxmlformats.org/officeDocument/2006/relationships" id="267" r:id="Ra04d9794a99246c0"/>
    <p:sldId xmlns:r="http://schemas.openxmlformats.org/officeDocument/2006/relationships" id="268" r:id="Rd6f07ed2d80f4db7"/>
    <p:sldId xmlns:r="http://schemas.openxmlformats.org/officeDocument/2006/relationships" id="269" r:id="R5a91791e78e14f4f"/>
    <p:sldId xmlns:r="http://schemas.openxmlformats.org/officeDocument/2006/relationships" id="270" r:id="R0134df972a1148bb"/>
    <p:sldId xmlns:r="http://schemas.openxmlformats.org/officeDocument/2006/relationships" id="271" r:id="R714fe26e9a1848fb"/>
    <p:sldId xmlns:r="http://schemas.openxmlformats.org/officeDocument/2006/relationships" id="272" r:id="Rb51c063dba8e42e2"/>
    <p:sldId xmlns:r="http://schemas.openxmlformats.org/officeDocument/2006/relationships" id="273" r:id="Rb5b58c78ff484fe9"/>
    <p:sldId xmlns:r="http://schemas.openxmlformats.org/officeDocument/2006/relationships" id="274" r:id="R2655b3f33eaa4552"/>
    <p:sldId xmlns:r="http://schemas.openxmlformats.org/officeDocument/2006/relationships" id="275" r:id="R27b6a1a28ff04958"/>
    <p:sldId xmlns:r="http://schemas.openxmlformats.org/officeDocument/2006/relationships" id="276" r:id="Rc86c2c02d5e1413f"/>
    <p:sldId xmlns:r="http://schemas.openxmlformats.org/officeDocument/2006/relationships" id="277" r:id="R14ee988471904132"/>
    <p:sldId xmlns:r="http://schemas.openxmlformats.org/officeDocument/2006/relationships" id="278" r:id="R31047b8eaca044e2"/>
    <p:sldId xmlns:r="http://schemas.openxmlformats.org/officeDocument/2006/relationships" id="279" r:id="R69346a3e479a43f4"/>
    <p:sldId xmlns:r="http://schemas.openxmlformats.org/officeDocument/2006/relationships" id="280" r:id="R9e81434abfaa4802"/>
    <p:sldId xmlns:r="http://schemas.openxmlformats.org/officeDocument/2006/relationships" id="281" r:id="R175e014ffadf40f4"/>
    <p:sldId xmlns:r="http://schemas.openxmlformats.org/officeDocument/2006/relationships" id="282" r:id="R263a2a07f5ff4b37"/>
    <p:sldId xmlns:r="http://schemas.openxmlformats.org/officeDocument/2006/relationships" id="283" r:id="Redc822b08b714ac5"/>
    <p:sldId xmlns:r="http://schemas.openxmlformats.org/officeDocument/2006/relationships" id="284" r:id="Rd4c9148824b6426d"/>
    <p:sldId xmlns:r="http://schemas.openxmlformats.org/officeDocument/2006/relationships" id="285" r:id="R2606cb796c904cb0"/>
    <p:sldId xmlns:r="http://schemas.openxmlformats.org/officeDocument/2006/relationships" id="286" r:id="Rded2b5556d2a45f7"/>
    <p:sldId xmlns:r="http://schemas.openxmlformats.org/officeDocument/2006/relationships" id="287" r:id="Rede977b7f1ff4769"/>
    <p:sldId xmlns:r="http://schemas.openxmlformats.org/officeDocument/2006/relationships" id="288" r:id="R8d9fdeda553444c3"/>
    <p:sldId xmlns:r="http://schemas.openxmlformats.org/officeDocument/2006/relationships" id="289" r:id="Rc499b4b85cdd4499"/>
    <p:sldId xmlns:r="http://schemas.openxmlformats.org/officeDocument/2006/relationships" id="290" r:id="R4facbf0c27874bac"/>
    <p:sldId xmlns:r="http://schemas.openxmlformats.org/officeDocument/2006/relationships" id="291" r:id="R2ae11c5bae2d407b"/>
    <p:sldId xmlns:r="http://schemas.openxmlformats.org/officeDocument/2006/relationships" id="292" r:id="R88e2c35fd32e4f85"/>
    <p:sldId xmlns:r="http://schemas.openxmlformats.org/officeDocument/2006/relationships" id="293" r:id="Rfa360260d5ed47d5"/>
    <p:sldId xmlns:r="http://schemas.openxmlformats.org/officeDocument/2006/relationships" id="294" r:id="Ra15b87e4a3824e94"/>
    <p:sldId xmlns:r="http://schemas.openxmlformats.org/officeDocument/2006/relationships" id="295" r:id="R221bc4de41094dc3"/>
    <p:sldId xmlns:r="http://schemas.openxmlformats.org/officeDocument/2006/relationships" id="296" r:id="R1bd029bff37c4b00"/>
    <p:sldId xmlns:r="http://schemas.openxmlformats.org/officeDocument/2006/relationships" id="297" r:id="R847a6c30458b4039"/>
    <p:sldId xmlns:r="http://schemas.openxmlformats.org/officeDocument/2006/relationships" id="298" r:id="R346372f91b584c2a"/>
    <p:sldId xmlns:r="http://schemas.openxmlformats.org/officeDocument/2006/relationships" id="299" r:id="R5e9f4668692d48cf"/>
    <p:sldId xmlns:r="http://schemas.openxmlformats.org/officeDocument/2006/relationships" id="300" r:id="Re0174a4c083f4934"/>
    <p:sldId xmlns:r="http://schemas.openxmlformats.org/officeDocument/2006/relationships" id="301" r:id="Rec802b56d5b8437e"/>
    <p:sldId xmlns:r="http://schemas.openxmlformats.org/officeDocument/2006/relationships" id="302" r:id="R4b26372434934a06"/>
    <p:sldId xmlns:r="http://schemas.openxmlformats.org/officeDocument/2006/relationships" id="303" r:id="R9a66c2c1d5114f81"/>
    <p:sldId xmlns:r="http://schemas.openxmlformats.org/officeDocument/2006/relationships" id="304" r:id="R9df722894c674eab"/>
    <p:sldId xmlns:r="http://schemas.openxmlformats.org/officeDocument/2006/relationships" id="305" r:id="R273a78854a644176"/>
    <p:sldId xmlns:r="http://schemas.openxmlformats.org/officeDocument/2006/relationships" id="306" r:id="R67eb9af3aa4e4bdb"/>
    <p:sldId xmlns:r="http://schemas.openxmlformats.org/officeDocument/2006/relationships" id="307" r:id="Rd78fc72dc5e3430c"/>
    <p:sldId xmlns:r="http://schemas.openxmlformats.org/officeDocument/2006/relationships" id="308" r:id="Rf8ad31c73a674c2a"/>
    <p:sldId xmlns:r="http://schemas.openxmlformats.org/officeDocument/2006/relationships" id="309" r:id="R6c0dd22f12394c13"/>
    <p:sldId xmlns:r="http://schemas.openxmlformats.org/officeDocument/2006/relationships" id="310" r:id="R4740e783568a428f"/>
    <p:sldId xmlns:r="http://schemas.openxmlformats.org/officeDocument/2006/relationships" id="311" r:id="R82416b0827e840b8"/>
    <p:sldId xmlns:r="http://schemas.openxmlformats.org/officeDocument/2006/relationships" id="312" r:id="R17b671f076a644f6"/>
    <p:sldId xmlns:r="http://schemas.openxmlformats.org/officeDocument/2006/relationships" id="313" r:id="Rf2bac13484e64385"/>
    <p:sldId xmlns:r="http://schemas.openxmlformats.org/officeDocument/2006/relationships" id="314" r:id="R01df9169b0f0459f"/>
    <p:sldId xmlns:r="http://schemas.openxmlformats.org/officeDocument/2006/relationships" id="315" r:id="Rd8598c7ef66c4256"/>
    <p:sldId xmlns:r="http://schemas.openxmlformats.org/officeDocument/2006/relationships" id="316" r:id="Re4b162b80bc64ef4"/>
    <p:sldId xmlns:r="http://schemas.openxmlformats.org/officeDocument/2006/relationships" id="317" r:id="Rb2b2e3113acb4471"/>
    <p:sldId xmlns:r="http://schemas.openxmlformats.org/officeDocument/2006/relationships" id="318" r:id="Rb32ed78f05474c7a"/>
    <p:sldId xmlns:r="http://schemas.openxmlformats.org/officeDocument/2006/relationships" id="319" r:id="Rb0ed413b287a450a"/>
    <p:sldId xmlns:r="http://schemas.openxmlformats.org/officeDocument/2006/relationships" id="320" r:id="Re21a8a41b3d44452"/>
    <p:sldId xmlns:r="http://schemas.openxmlformats.org/officeDocument/2006/relationships" id="321" r:id="R9506908c07794aa7"/>
    <p:sldId xmlns:r="http://schemas.openxmlformats.org/officeDocument/2006/relationships" id="322" r:id="R3549b2b0fcfc40fe"/>
    <p:sldId xmlns:r="http://schemas.openxmlformats.org/officeDocument/2006/relationships" id="323" r:id="Rdb621e31f2fd482f"/>
    <p:sldId xmlns:r="http://schemas.openxmlformats.org/officeDocument/2006/relationships" id="324" r:id="R2209abf71d09481a"/>
    <p:sldId xmlns:r="http://schemas.openxmlformats.org/officeDocument/2006/relationships" id="325" r:id="Rac1ff5de3f634df1"/>
    <p:sldId xmlns:r="http://schemas.openxmlformats.org/officeDocument/2006/relationships" id="326" r:id="Rb7b3646f560b459d"/>
    <p:sldId xmlns:r="http://schemas.openxmlformats.org/officeDocument/2006/relationships" id="327" r:id="Rce00a53c2b8f4b88"/>
    <p:sldId xmlns:r="http://schemas.openxmlformats.org/officeDocument/2006/relationships" id="328" r:id="Rec4f2568e8a641be"/>
    <p:sldId xmlns:r="http://schemas.openxmlformats.org/officeDocument/2006/relationships" id="329" r:id="R79fa8db20edb4578"/>
    <p:sldId xmlns:r="http://schemas.openxmlformats.org/officeDocument/2006/relationships" id="330" r:id="R8e4170ef88594378"/>
    <p:sldId xmlns:r="http://schemas.openxmlformats.org/officeDocument/2006/relationships" id="331" r:id="R02eee41d6df64e1c"/>
    <p:sldId xmlns:r="http://schemas.openxmlformats.org/officeDocument/2006/relationships" id="332" r:id="Ra6ba218813ba44be"/>
    <p:sldId xmlns:r="http://schemas.openxmlformats.org/officeDocument/2006/relationships" id="333" r:id="R24eafd92a8844894"/>
    <p:sldId xmlns:r="http://schemas.openxmlformats.org/officeDocument/2006/relationships" id="334" r:id="R8273faee8d78459a"/>
    <p:sldId xmlns:r="http://schemas.openxmlformats.org/officeDocument/2006/relationships" id="335" r:id="Redcef98218a34b5e"/>
    <p:sldId xmlns:r="http://schemas.openxmlformats.org/officeDocument/2006/relationships" id="336" r:id="Rddef117421864335"/>
    <p:sldId xmlns:r="http://schemas.openxmlformats.org/officeDocument/2006/relationships" id="337" r:id="R3ed811eefec5482b"/>
    <p:sldId xmlns:r="http://schemas.openxmlformats.org/officeDocument/2006/relationships" id="338" r:id="R65f5b6f9cf9b473e"/>
    <p:sldId xmlns:r="http://schemas.openxmlformats.org/officeDocument/2006/relationships" id="339" r:id="R84ab4005226647ad"/>
    <p:sldId xmlns:r="http://schemas.openxmlformats.org/officeDocument/2006/relationships" id="340" r:id="Rcab2cc9253e64635"/>
    <p:sldId xmlns:r="http://schemas.openxmlformats.org/officeDocument/2006/relationships" id="341" r:id="R5d4b1b8f08fd4fda"/>
    <p:sldId xmlns:r="http://schemas.openxmlformats.org/officeDocument/2006/relationships" id="342" r:id="R5cba113784b14020"/>
    <p:sldId xmlns:r="http://schemas.openxmlformats.org/officeDocument/2006/relationships" id="343" r:id="Reccf967fe34243ec"/>
    <p:sldId xmlns:r="http://schemas.openxmlformats.org/officeDocument/2006/relationships" id="344" r:id="Ref14163a9a7445b8"/>
    <p:sldId xmlns:r="http://schemas.openxmlformats.org/officeDocument/2006/relationships" id="345" r:id="R8d7a73f774e7467e"/>
    <p:sldId xmlns:r="http://schemas.openxmlformats.org/officeDocument/2006/relationships" id="346" r:id="Rcf05b21e7886473d"/>
    <p:sldId xmlns:r="http://schemas.openxmlformats.org/officeDocument/2006/relationships" id="347" r:id="Ra4452ae930ef47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70c1f370034cb1" /><Relationship Type="http://schemas.openxmlformats.org/officeDocument/2006/relationships/slideMaster" Target="/ppt/slideMasters/slideMaster1.xml" Id="R344a542c10484767" /><Relationship Type="http://schemas.openxmlformats.org/officeDocument/2006/relationships/notesMaster" Target="/ppt/notesMasters/notesMaster1.xml" Id="R00a1ab129d8647f6" /><Relationship Type="http://schemas.openxmlformats.org/officeDocument/2006/relationships/presProps" Target="/ppt/presProps.xml" Id="Rd888374a1d254b9a" /><Relationship Type="http://schemas.openxmlformats.org/officeDocument/2006/relationships/tableStyles" Target="/ppt/tableStyles.xml" Id="R633e87d7bfef49a8" /><Relationship Type="http://schemas.openxmlformats.org/officeDocument/2006/relationships/slide" Target="/ppt/slides/slide1.xml" Id="R3327b7ed10e249ab" /><Relationship Type="http://schemas.openxmlformats.org/officeDocument/2006/relationships/slide" Target="/ppt/slides/slide2.xml" Id="Rb1c1a54e57e54dfb" /><Relationship Type="http://schemas.openxmlformats.org/officeDocument/2006/relationships/slide" Target="/ppt/slides/slide3.xml" Id="R137557c0fedd488f" /><Relationship Type="http://schemas.openxmlformats.org/officeDocument/2006/relationships/slide" Target="/ppt/slides/slide4.xml" Id="R8caf43c50a914e5b" /><Relationship Type="http://schemas.openxmlformats.org/officeDocument/2006/relationships/slide" Target="/ppt/slides/slide5.xml" Id="R80a3ed935f9b44af" /><Relationship Type="http://schemas.openxmlformats.org/officeDocument/2006/relationships/slide" Target="/ppt/slides/slide6.xml" Id="Rb2e6a04634bf45e8" /><Relationship Type="http://schemas.openxmlformats.org/officeDocument/2006/relationships/slide" Target="/ppt/slides/slide7.xml" Id="R98ee3591db9a44e7" /><Relationship Type="http://schemas.openxmlformats.org/officeDocument/2006/relationships/slide" Target="/ppt/slides/slide8.xml" Id="Rbb57b6a19c814db9" /><Relationship Type="http://schemas.openxmlformats.org/officeDocument/2006/relationships/slide" Target="/ppt/slides/slide9.xml" Id="R1bc3f91d06864427" /><Relationship Type="http://schemas.openxmlformats.org/officeDocument/2006/relationships/slide" Target="/ppt/slides/slide10.xml" Id="Re10d9ec012c84e37" /><Relationship Type="http://schemas.openxmlformats.org/officeDocument/2006/relationships/slide" Target="/ppt/slides/slide11.xml" Id="Rc7886ff1cf9744b7" /><Relationship Type="http://schemas.openxmlformats.org/officeDocument/2006/relationships/slide" Target="/ppt/slides/slide12.xml" Id="Ra04d9794a99246c0" /><Relationship Type="http://schemas.openxmlformats.org/officeDocument/2006/relationships/slide" Target="/ppt/slides/slide13.xml" Id="Rd6f07ed2d80f4db7" /><Relationship Type="http://schemas.openxmlformats.org/officeDocument/2006/relationships/slide" Target="/ppt/slides/slide14.xml" Id="R5a91791e78e14f4f" /><Relationship Type="http://schemas.openxmlformats.org/officeDocument/2006/relationships/slide" Target="/ppt/slides/slide15.xml" Id="R0134df972a1148bb" /><Relationship Type="http://schemas.openxmlformats.org/officeDocument/2006/relationships/slide" Target="/ppt/slides/slide16.xml" Id="R714fe26e9a1848fb" /><Relationship Type="http://schemas.openxmlformats.org/officeDocument/2006/relationships/slide" Target="/ppt/slides/slide17.xml" Id="Rb51c063dba8e42e2" /><Relationship Type="http://schemas.openxmlformats.org/officeDocument/2006/relationships/slide" Target="/ppt/slides/slide18.xml" Id="Rb5b58c78ff484fe9" /><Relationship Type="http://schemas.openxmlformats.org/officeDocument/2006/relationships/slide" Target="/ppt/slides/slide19.xml" Id="R2655b3f33eaa4552" /><Relationship Type="http://schemas.openxmlformats.org/officeDocument/2006/relationships/slide" Target="/ppt/slides/slide20.xml" Id="R27b6a1a28ff04958" /><Relationship Type="http://schemas.openxmlformats.org/officeDocument/2006/relationships/slide" Target="/ppt/slides/slide21.xml" Id="Rc86c2c02d5e1413f" /><Relationship Type="http://schemas.openxmlformats.org/officeDocument/2006/relationships/slide" Target="/ppt/slides/slide22.xml" Id="R14ee988471904132" /><Relationship Type="http://schemas.openxmlformats.org/officeDocument/2006/relationships/slide" Target="/ppt/slides/slide23.xml" Id="R31047b8eaca044e2" /><Relationship Type="http://schemas.openxmlformats.org/officeDocument/2006/relationships/slide" Target="/ppt/slides/slide24.xml" Id="R69346a3e479a43f4" /><Relationship Type="http://schemas.openxmlformats.org/officeDocument/2006/relationships/slide" Target="/ppt/slides/slide25.xml" Id="R9e81434abfaa4802" /><Relationship Type="http://schemas.openxmlformats.org/officeDocument/2006/relationships/slide" Target="/ppt/slides/slide26.xml" Id="R175e014ffadf40f4" /><Relationship Type="http://schemas.openxmlformats.org/officeDocument/2006/relationships/slide" Target="/ppt/slides/slide27.xml" Id="R263a2a07f5ff4b37" /><Relationship Type="http://schemas.openxmlformats.org/officeDocument/2006/relationships/slide" Target="/ppt/slides/slide28.xml" Id="Redc822b08b714ac5" /><Relationship Type="http://schemas.openxmlformats.org/officeDocument/2006/relationships/slide" Target="/ppt/slides/slide29.xml" Id="Rd4c9148824b6426d" /><Relationship Type="http://schemas.openxmlformats.org/officeDocument/2006/relationships/slide" Target="/ppt/slides/slide30.xml" Id="R2606cb796c904cb0" /><Relationship Type="http://schemas.openxmlformats.org/officeDocument/2006/relationships/slide" Target="/ppt/slides/slide31.xml" Id="Rded2b5556d2a45f7" /><Relationship Type="http://schemas.openxmlformats.org/officeDocument/2006/relationships/slide" Target="/ppt/slides/slide32.xml" Id="Rede977b7f1ff4769" /><Relationship Type="http://schemas.openxmlformats.org/officeDocument/2006/relationships/slide" Target="/ppt/slides/slide33.xml" Id="R8d9fdeda553444c3" /><Relationship Type="http://schemas.openxmlformats.org/officeDocument/2006/relationships/slide" Target="/ppt/slides/slide34.xml" Id="Rc499b4b85cdd4499" /><Relationship Type="http://schemas.openxmlformats.org/officeDocument/2006/relationships/slide" Target="/ppt/slides/slide35.xml" Id="R4facbf0c27874bac" /><Relationship Type="http://schemas.openxmlformats.org/officeDocument/2006/relationships/slide" Target="/ppt/slides/slide36.xml" Id="R2ae11c5bae2d407b" /><Relationship Type="http://schemas.openxmlformats.org/officeDocument/2006/relationships/slide" Target="/ppt/slides/slide37.xml" Id="R88e2c35fd32e4f85" /><Relationship Type="http://schemas.openxmlformats.org/officeDocument/2006/relationships/slide" Target="/ppt/slides/slide38.xml" Id="Rfa360260d5ed47d5" /><Relationship Type="http://schemas.openxmlformats.org/officeDocument/2006/relationships/slide" Target="/ppt/slides/slide39.xml" Id="Ra15b87e4a3824e94" /><Relationship Type="http://schemas.openxmlformats.org/officeDocument/2006/relationships/slide" Target="/ppt/slides/slide40.xml" Id="R221bc4de41094dc3" /><Relationship Type="http://schemas.openxmlformats.org/officeDocument/2006/relationships/slide" Target="/ppt/slides/slide41.xml" Id="R1bd029bff37c4b00" /><Relationship Type="http://schemas.openxmlformats.org/officeDocument/2006/relationships/slide" Target="/ppt/slides/slide42.xml" Id="R847a6c30458b4039" /><Relationship Type="http://schemas.openxmlformats.org/officeDocument/2006/relationships/slide" Target="/ppt/slides/slide43.xml" Id="R346372f91b584c2a" /><Relationship Type="http://schemas.openxmlformats.org/officeDocument/2006/relationships/slide" Target="/ppt/slides/slide44.xml" Id="R5e9f4668692d48cf" /><Relationship Type="http://schemas.openxmlformats.org/officeDocument/2006/relationships/slide" Target="/ppt/slides/slide45.xml" Id="Re0174a4c083f4934" /><Relationship Type="http://schemas.openxmlformats.org/officeDocument/2006/relationships/slide" Target="/ppt/slides/slide46.xml" Id="Rec802b56d5b8437e" /><Relationship Type="http://schemas.openxmlformats.org/officeDocument/2006/relationships/slide" Target="/ppt/slides/slide47.xml" Id="R4b26372434934a06" /><Relationship Type="http://schemas.openxmlformats.org/officeDocument/2006/relationships/slide" Target="/ppt/slides/slide48.xml" Id="R9a66c2c1d5114f81" /><Relationship Type="http://schemas.openxmlformats.org/officeDocument/2006/relationships/slide" Target="/ppt/slides/slide49.xml" Id="R9df722894c674eab" /><Relationship Type="http://schemas.openxmlformats.org/officeDocument/2006/relationships/slide" Target="/ppt/slides/slide50.xml" Id="R273a78854a644176" /><Relationship Type="http://schemas.openxmlformats.org/officeDocument/2006/relationships/slide" Target="/ppt/slides/slide51.xml" Id="R67eb9af3aa4e4bdb" /><Relationship Type="http://schemas.openxmlformats.org/officeDocument/2006/relationships/slide" Target="/ppt/slides/slide52.xml" Id="Rd78fc72dc5e3430c" /><Relationship Type="http://schemas.openxmlformats.org/officeDocument/2006/relationships/slide" Target="/ppt/slides/slide53.xml" Id="Rf8ad31c73a674c2a" /><Relationship Type="http://schemas.openxmlformats.org/officeDocument/2006/relationships/slide" Target="/ppt/slides/slide54.xml" Id="R6c0dd22f12394c13" /><Relationship Type="http://schemas.openxmlformats.org/officeDocument/2006/relationships/slide" Target="/ppt/slides/slide55.xml" Id="R4740e783568a428f" /><Relationship Type="http://schemas.openxmlformats.org/officeDocument/2006/relationships/slide" Target="/ppt/slides/slide56.xml" Id="R82416b0827e840b8" /><Relationship Type="http://schemas.openxmlformats.org/officeDocument/2006/relationships/slide" Target="/ppt/slides/slide57.xml" Id="R17b671f076a644f6" /><Relationship Type="http://schemas.openxmlformats.org/officeDocument/2006/relationships/slide" Target="/ppt/slides/slide58.xml" Id="Rf2bac13484e64385" /><Relationship Type="http://schemas.openxmlformats.org/officeDocument/2006/relationships/slide" Target="/ppt/slides/slide59.xml" Id="R01df9169b0f0459f" /><Relationship Type="http://schemas.openxmlformats.org/officeDocument/2006/relationships/slide" Target="/ppt/slides/slide60.xml" Id="Rd8598c7ef66c4256" /><Relationship Type="http://schemas.openxmlformats.org/officeDocument/2006/relationships/slide" Target="/ppt/slides/slide61.xml" Id="Re4b162b80bc64ef4" /><Relationship Type="http://schemas.openxmlformats.org/officeDocument/2006/relationships/slide" Target="/ppt/slides/slide62.xml" Id="Rb2b2e3113acb4471" /><Relationship Type="http://schemas.openxmlformats.org/officeDocument/2006/relationships/slide" Target="/ppt/slides/slide63.xml" Id="Rb32ed78f05474c7a" /><Relationship Type="http://schemas.openxmlformats.org/officeDocument/2006/relationships/slide" Target="/ppt/slides/slide64.xml" Id="Rb0ed413b287a450a" /><Relationship Type="http://schemas.openxmlformats.org/officeDocument/2006/relationships/slide" Target="/ppt/slides/slide65.xml" Id="Re21a8a41b3d44452" /><Relationship Type="http://schemas.openxmlformats.org/officeDocument/2006/relationships/slide" Target="/ppt/slides/slide66.xml" Id="R9506908c07794aa7" /><Relationship Type="http://schemas.openxmlformats.org/officeDocument/2006/relationships/slide" Target="/ppt/slides/slide67.xml" Id="R3549b2b0fcfc40fe" /><Relationship Type="http://schemas.openxmlformats.org/officeDocument/2006/relationships/slide" Target="/ppt/slides/slide68.xml" Id="Rdb621e31f2fd482f" /><Relationship Type="http://schemas.openxmlformats.org/officeDocument/2006/relationships/slide" Target="/ppt/slides/slide69.xml" Id="R2209abf71d09481a" /><Relationship Type="http://schemas.openxmlformats.org/officeDocument/2006/relationships/slide" Target="/ppt/slides/slide70.xml" Id="Rac1ff5de3f634df1" /><Relationship Type="http://schemas.openxmlformats.org/officeDocument/2006/relationships/slide" Target="/ppt/slides/slide71.xml" Id="Rb7b3646f560b459d" /><Relationship Type="http://schemas.openxmlformats.org/officeDocument/2006/relationships/slide" Target="/ppt/slides/slide72.xml" Id="Rce00a53c2b8f4b88" /><Relationship Type="http://schemas.openxmlformats.org/officeDocument/2006/relationships/slide" Target="/ppt/slides/slide73.xml" Id="Rec4f2568e8a641be" /><Relationship Type="http://schemas.openxmlformats.org/officeDocument/2006/relationships/slide" Target="/ppt/slides/slide74.xml" Id="R79fa8db20edb4578" /><Relationship Type="http://schemas.openxmlformats.org/officeDocument/2006/relationships/slide" Target="/ppt/slides/slide75.xml" Id="R8e4170ef88594378" /><Relationship Type="http://schemas.openxmlformats.org/officeDocument/2006/relationships/slide" Target="/ppt/slides/slide76.xml" Id="R02eee41d6df64e1c" /><Relationship Type="http://schemas.openxmlformats.org/officeDocument/2006/relationships/slide" Target="/ppt/slides/slide77.xml" Id="Ra6ba218813ba44be" /><Relationship Type="http://schemas.openxmlformats.org/officeDocument/2006/relationships/slide" Target="/ppt/slides/slide78.xml" Id="R24eafd92a8844894" /><Relationship Type="http://schemas.openxmlformats.org/officeDocument/2006/relationships/slide" Target="/ppt/slides/slide79.xml" Id="R8273faee8d78459a" /><Relationship Type="http://schemas.openxmlformats.org/officeDocument/2006/relationships/slide" Target="/ppt/slides/slide80.xml" Id="Redcef98218a34b5e" /><Relationship Type="http://schemas.openxmlformats.org/officeDocument/2006/relationships/slide" Target="/ppt/slides/slide81.xml" Id="Rddef117421864335" /><Relationship Type="http://schemas.openxmlformats.org/officeDocument/2006/relationships/slide" Target="/ppt/slides/slide82.xml" Id="R3ed811eefec5482b" /><Relationship Type="http://schemas.openxmlformats.org/officeDocument/2006/relationships/slide" Target="/ppt/slides/slide83.xml" Id="R65f5b6f9cf9b473e" /><Relationship Type="http://schemas.openxmlformats.org/officeDocument/2006/relationships/slide" Target="/ppt/slides/slide84.xml" Id="R84ab4005226647ad" /><Relationship Type="http://schemas.openxmlformats.org/officeDocument/2006/relationships/slide" Target="/ppt/slides/slide85.xml" Id="Rcab2cc9253e64635" /><Relationship Type="http://schemas.openxmlformats.org/officeDocument/2006/relationships/slide" Target="/ppt/slides/slide86.xml" Id="R5d4b1b8f08fd4fda" /><Relationship Type="http://schemas.openxmlformats.org/officeDocument/2006/relationships/slide" Target="/ppt/slides/slide87.xml" Id="R5cba113784b14020" /><Relationship Type="http://schemas.openxmlformats.org/officeDocument/2006/relationships/slide" Target="/ppt/slides/slide88.xml" Id="Reccf967fe34243ec" /><Relationship Type="http://schemas.openxmlformats.org/officeDocument/2006/relationships/slide" Target="/ppt/slides/slide89.xml" Id="Ref14163a9a7445b8" /><Relationship Type="http://schemas.openxmlformats.org/officeDocument/2006/relationships/slide" Target="/ppt/slides/slide90.xml" Id="R8d7a73f774e7467e" /><Relationship Type="http://schemas.openxmlformats.org/officeDocument/2006/relationships/slide" Target="/ppt/slides/slide91.xml" Id="Rcf05b21e7886473d" /><Relationship Type="http://schemas.openxmlformats.org/officeDocument/2006/relationships/slide" Target="/ppt/slides/slide92.xml" Id="Ra4452ae930ef47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b5905f242846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5e9df73d8c427f" /><Relationship Type="http://schemas.openxmlformats.org/officeDocument/2006/relationships/notesMaster" Target="/ppt/notesMasters/notesMaster1.xml" Id="R1e1ff35364f243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e87db9b0334f25" /><Relationship Type="http://schemas.openxmlformats.org/officeDocument/2006/relationships/notesMaster" Target="/ppt/notesMasters/notesMaster1.xml" Id="Re7a2b823fb624c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ca7c369c0f4ac5" /><Relationship Type="http://schemas.openxmlformats.org/officeDocument/2006/relationships/notesMaster" Target="/ppt/notesMasters/notesMaster1.xml" Id="R9fbdbab35a6540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293ba23dee4c32" /><Relationship Type="http://schemas.openxmlformats.org/officeDocument/2006/relationships/notesMaster" Target="/ppt/notesMasters/notesMaster1.xml" Id="R467380d8bbfd45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ee592baffa492a" /><Relationship Type="http://schemas.openxmlformats.org/officeDocument/2006/relationships/notesMaster" Target="/ppt/notesMasters/notesMaster1.xml" Id="R6af2dedeb69146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4439442d4042ce" /><Relationship Type="http://schemas.openxmlformats.org/officeDocument/2006/relationships/notesMaster" Target="/ppt/notesMasters/notesMaster1.xml" Id="Rd8510ae1ae0642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30155d2d5c4ce8" /><Relationship Type="http://schemas.openxmlformats.org/officeDocument/2006/relationships/notesMaster" Target="/ppt/notesMasters/notesMaster1.xml" Id="Rd1d7c43fdbd345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d83a35e1ee45e3" /><Relationship Type="http://schemas.openxmlformats.org/officeDocument/2006/relationships/notesMaster" Target="/ppt/notesMasters/notesMaster1.xml" Id="R1bf2b7e259be4f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535d89c7634ac0" /><Relationship Type="http://schemas.openxmlformats.org/officeDocument/2006/relationships/notesMaster" Target="/ppt/notesMasters/notesMaster1.xml" Id="R34a1b3a5afef4d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c854c2464f43a7" /><Relationship Type="http://schemas.openxmlformats.org/officeDocument/2006/relationships/notesMaster" Target="/ppt/notesMasters/notesMaster1.xml" Id="Rdb262923906346e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9eb660682674ee0" /><Relationship Type="http://schemas.openxmlformats.org/officeDocument/2006/relationships/notesMaster" Target="/ppt/notesMasters/notesMaster1.xml" Id="R87042d98b9ad4f3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a8c2a5c8a8543fa" /><Relationship Type="http://schemas.openxmlformats.org/officeDocument/2006/relationships/notesMaster" Target="/ppt/notesMasters/notesMaster1.xml" Id="R0afaad1a859445c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dcb6bd5501549e5" /><Relationship Type="http://schemas.openxmlformats.org/officeDocument/2006/relationships/notesMaster" Target="/ppt/notesMasters/notesMaster1.xml" Id="R93f28137f3ab414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295487e4e2e4ecb" /><Relationship Type="http://schemas.openxmlformats.org/officeDocument/2006/relationships/notesMaster" Target="/ppt/notesMasters/notesMaster1.xml" Id="R7fe84a78c921413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d05cf2a972b420b" /><Relationship Type="http://schemas.openxmlformats.org/officeDocument/2006/relationships/notesMaster" Target="/ppt/notesMasters/notesMaster1.xml" Id="R3620e2b9c42140a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64d7990e65c466a" /><Relationship Type="http://schemas.openxmlformats.org/officeDocument/2006/relationships/notesMaster" Target="/ppt/notesMasters/notesMaster1.xml" Id="Ra3810631fb3a478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5a96d03e7864257" /><Relationship Type="http://schemas.openxmlformats.org/officeDocument/2006/relationships/notesMaster" Target="/ppt/notesMasters/notesMaster1.xml" Id="Rc147b14ad6d24bb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0a73064a9a447f9" /><Relationship Type="http://schemas.openxmlformats.org/officeDocument/2006/relationships/notesMaster" Target="/ppt/notesMasters/notesMaster1.xml" Id="R3286f1a79d0e49f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7155c54f0654e0f" /><Relationship Type="http://schemas.openxmlformats.org/officeDocument/2006/relationships/notesMaster" Target="/ppt/notesMasters/notesMaster1.xml" Id="Re8103937c3704cf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a384ab133bc474c" /><Relationship Type="http://schemas.openxmlformats.org/officeDocument/2006/relationships/notesMaster" Target="/ppt/notesMasters/notesMaster1.xml" Id="R4e1ea53a2c8b436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de0668ac0824756" /><Relationship Type="http://schemas.openxmlformats.org/officeDocument/2006/relationships/notesMaster" Target="/ppt/notesMasters/notesMaster1.xml" Id="R1159dec8a462465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4c8a65cd2b44ff1" /><Relationship Type="http://schemas.openxmlformats.org/officeDocument/2006/relationships/notesMaster" Target="/ppt/notesMasters/notesMaster1.xml" Id="Rc764392e6c1b4cd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6c53286cb7040f5" /><Relationship Type="http://schemas.openxmlformats.org/officeDocument/2006/relationships/notesMaster" Target="/ppt/notesMasters/notesMaster1.xml" Id="Ree0ff69f991e478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522000b1cd647de" /><Relationship Type="http://schemas.openxmlformats.org/officeDocument/2006/relationships/notesMaster" Target="/ppt/notesMasters/notesMaster1.xml" Id="R6bfbb3b5c8474b6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45aa1ea2ede46ad" /><Relationship Type="http://schemas.openxmlformats.org/officeDocument/2006/relationships/notesMaster" Target="/ppt/notesMasters/notesMaster1.xml" Id="R66260413c9a0493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2a31c934c1c4a98" /><Relationship Type="http://schemas.openxmlformats.org/officeDocument/2006/relationships/notesMaster" Target="/ppt/notesMasters/notesMaster1.xml" Id="R4becce3827f24e6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f352491c26943a1" /><Relationship Type="http://schemas.openxmlformats.org/officeDocument/2006/relationships/notesMaster" Target="/ppt/notesMasters/notesMaster1.xml" Id="Rc82621dad9394bf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bcdf73dfcd24ffe" /><Relationship Type="http://schemas.openxmlformats.org/officeDocument/2006/relationships/notesMaster" Target="/ppt/notesMasters/notesMaster1.xml" Id="Ra8d348d7c9374d9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06c9e4c2e81455d" /><Relationship Type="http://schemas.openxmlformats.org/officeDocument/2006/relationships/notesMaster" Target="/ppt/notesMasters/notesMaster1.xml" Id="Re24212833fdd40b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bfd2b8059a04a16" /><Relationship Type="http://schemas.openxmlformats.org/officeDocument/2006/relationships/notesMaster" Target="/ppt/notesMasters/notesMaster1.xml" Id="R8595738b65604f8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72a1e62830a4543" /><Relationship Type="http://schemas.openxmlformats.org/officeDocument/2006/relationships/notesMaster" Target="/ppt/notesMasters/notesMaster1.xml" Id="Rf3f7696b0705400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6c22431a1d54f39" /><Relationship Type="http://schemas.openxmlformats.org/officeDocument/2006/relationships/notesMaster" Target="/ppt/notesMasters/notesMaster1.xml" Id="Rfe82605e73774f9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404e3ac00cc4838" /><Relationship Type="http://schemas.openxmlformats.org/officeDocument/2006/relationships/notesMaster" Target="/ppt/notesMasters/notesMaster1.xml" Id="R2e5853385bf0452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9e512aadeeb44cd" /><Relationship Type="http://schemas.openxmlformats.org/officeDocument/2006/relationships/notesMaster" Target="/ppt/notesMasters/notesMaster1.xml" Id="Rc474f02458004a3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01ad0aaf38c43f1" /><Relationship Type="http://schemas.openxmlformats.org/officeDocument/2006/relationships/notesMaster" Target="/ppt/notesMasters/notesMaster1.xml" Id="Rbdb923e40c6440d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a683e5c0f0943d4" /><Relationship Type="http://schemas.openxmlformats.org/officeDocument/2006/relationships/notesMaster" Target="/ppt/notesMasters/notesMaster1.xml" Id="R2d8e61fdaa28444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1db6673b4984d76" /><Relationship Type="http://schemas.openxmlformats.org/officeDocument/2006/relationships/notesMaster" Target="/ppt/notesMasters/notesMaster1.xml" Id="R20790b3466c94f1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1db5058289148dd" /><Relationship Type="http://schemas.openxmlformats.org/officeDocument/2006/relationships/notesMaster" Target="/ppt/notesMasters/notesMaster1.xml" Id="R3fc74f2d016c428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081ea2d1e774392" /><Relationship Type="http://schemas.openxmlformats.org/officeDocument/2006/relationships/notesMaster" Target="/ppt/notesMasters/notesMaster1.xml" Id="R4a2687d957a04ea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350d425c00a40f9" /><Relationship Type="http://schemas.openxmlformats.org/officeDocument/2006/relationships/notesMaster" Target="/ppt/notesMasters/notesMaster1.xml" Id="R667f9624484c459d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b4285da4af448a2" /><Relationship Type="http://schemas.openxmlformats.org/officeDocument/2006/relationships/notesMaster" Target="/ppt/notesMasters/notesMaster1.xml" Id="R42c69320c1694daa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00154bdc724468f" /><Relationship Type="http://schemas.openxmlformats.org/officeDocument/2006/relationships/notesMaster" Target="/ppt/notesMasters/notesMaster1.xml" Id="R34a90717c1b44df2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dc427db7ee7344b2" /><Relationship Type="http://schemas.openxmlformats.org/officeDocument/2006/relationships/notesMaster" Target="/ppt/notesMasters/notesMaster1.xml" Id="Reac1895bf8f14558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87e1dc24364f4de2" /><Relationship Type="http://schemas.openxmlformats.org/officeDocument/2006/relationships/notesMaster" Target="/ppt/notesMasters/notesMaster1.xml" Id="R60fbf765f634471d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e976af54bfbb4d06" /><Relationship Type="http://schemas.openxmlformats.org/officeDocument/2006/relationships/notesMaster" Target="/ppt/notesMasters/notesMaster1.xml" Id="R804b6e0cddfa4479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0660bea325bc49f8" /><Relationship Type="http://schemas.openxmlformats.org/officeDocument/2006/relationships/notesMaster" Target="/ppt/notesMasters/notesMaster1.xml" Id="Ra8c0dfef391b436c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bd4cb6a8c0374105" /><Relationship Type="http://schemas.openxmlformats.org/officeDocument/2006/relationships/notesMaster" Target="/ppt/notesMasters/notesMaster1.xml" Id="Rdac58e1753cb4032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5ae99927af164e82" /><Relationship Type="http://schemas.openxmlformats.org/officeDocument/2006/relationships/notesMaster" Target="/ppt/notesMasters/notesMaster1.xml" Id="Rb43c32def64948d8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bcc5ca08e1cb4cca" /><Relationship Type="http://schemas.openxmlformats.org/officeDocument/2006/relationships/notesMaster" Target="/ppt/notesMasters/notesMaster1.xml" Id="R1b13ebcc52a74d80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1509ef709d9c4119" /><Relationship Type="http://schemas.openxmlformats.org/officeDocument/2006/relationships/notesMaster" Target="/ppt/notesMasters/notesMaster1.xml" Id="R7a88db0447514b8e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fa351754fad14509" /><Relationship Type="http://schemas.openxmlformats.org/officeDocument/2006/relationships/notesMaster" Target="/ppt/notesMasters/notesMaster1.xml" Id="R8390ebd794b64011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8e9bf7977aae49da" /><Relationship Type="http://schemas.openxmlformats.org/officeDocument/2006/relationships/notesMaster" Target="/ppt/notesMasters/notesMaster1.xml" Id="R4c68cf2997e14969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c48377aef59445ec" /><Relationship Type="http://schemas.openxmlformats.org/officeDocument/2006/relationships/notesMaster" Target="/ppt/notesMasters/notesMaster1.xml" Id="Ra22c06780dad4b65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1effd5e984e6406a" /><Relationship Type="http://schemas.openxmlformats.org/officeDocument/2006/relationships/notesMaster" Target="/ppt/notesMasters/notesMaster1.xml" Id="R2576704337f7479c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387b2b968fa44980" /><Relationship Type="http://schemas.openxmlformats.org/officeDocument/2006/relationships/notesMaster" Target="/ppt/notesMasters/notesMaster1.xml" Id="R19cbd06ed4f640cd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76a0e7e8cde84d33" /><Relationship Type="http://schemas.openxmlformats.org/officeDocument/2006/relationships/notesMaster" Target="/ppt/notesMasters/notesMaster1.xml" Id="R715eaf5d677c4af4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7c264906836247e9" /><Relationship Type="http://schemas.openxmlformats.org/officeDocument/2006/relationships/notesMaster" Target="/ppt/notesMasters/notesMaster1.xml" Id="R0f3fccb67aaa49bc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dd7d619e59ae434c" /><Relationship Type="http://schemas.openxmlformats.org/officeDocument/2006/relationships/notesMaster" Target="/ppt/notesMasters/notesMaster1.xml" Id="R528f29cb1cab4ba4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ac9a6809692a474d" /><Relationship Type="http://schemas.openxmlformats.org/officeDocument/2006/relationships/notesMaster" Target="/ppt/notesMasters/notesMaster1.xml" Id="R22bf9743070645e3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f4fe52b2e0904a09" /><Relationship Type="http://schemas.openxmlformats.org/officeDocument/2006/relationships/notesMaster" Target="/ppt/notesMasters/notesMaster1.xml" Id="R24d8ddca26e64ff7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dcca76ec79474d1d" /><Relationship Type="http://schemas.openxmlformats.org/officeDocument/2006/relationships/notesMaster" Target="/ppt/notesMasters/notesMaster1.xml" Id="R864331710dca4508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5f2c91d8460d4266" /><Relationship Type="http://schemas.openxmlformats.org/officeDocument/2006/relationships/notesMaster" Target="/ppt/notesMasters/notesMaster1.xml" Id="R06bca25de3dd4e31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eaf5b85c815d434b" /><Relationship Type="http://schemas.openxmlformats.org/officeDocument/2006/relationships/notesMaster" Target="/ppt/notesMasters/notesMaster1.xml" Id="R1a91f2ce5b394a8f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baa6764f3e674d3c" /><Relationship Type="http://schemas.openxmlformats.org/officeDocument/2006/relationships/notesMaster" Target="/ppt/notesMasters/notesMaster1.xml" Id="R3af44dc9ccf84507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3b5eed27cc724e5e" /><Relationship Type="http://schemas.openxmlformats.org/officeDocument/2006/relationships/notesMaster" Target="/ppt/notesMasters/notesMaster1.xml" Id="R69af9df021f447a6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af93e81ec7054579" /><Relationship Type="http://schemas.openxmlformats.org/officeDocument/2006/relationships/notesMaster" Target="/ppt/notesMasters/notesMaster1.xml" Id="R5341e92a1bd94087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3bbdf2e9232943d5" /><Relationship Type="http://schemas.openxmlformats.org/officeDocument/2006/relationships/notesMaster" Target="/ppt/notesMasters/notesMaster1.xml" Id="R0e203eadc4b3483f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33c7bd21deb448cf" /><Relationship Type="http://schemas.openxmlformats.org/officeDocument/2006/relationships/notesMaster" Target="/ppt/notesMasters/notesMaster1.xml" Id="Rccf142ccf2544a0d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6463576051cd428d" /><Relationship Type="http://schemas.openxmlformats.org/officeDocument/2006/relationships/notesMaster" Target="/ppt/notesMasters/notesMaster1.xml" Id="R9fbca60392b04b79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2e792aea799f4469" /><Relationship Type="http://schemas.openxmlformats.org/officeDocument/2006/relationships/notesMaster" Target="/ppt/notesMasters/notesMaster1.xml" Id="Re51693c8f7c341cc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6d2a141e1d924e3a" /><Relationship Type="http://schemas.openxmlformats.org/officeDocument/2006/relationships/notesMaster" Target="/ppt/notesMasters/notesMaster1.xml" Id="Rac6e171e5b064634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27b3e9dd027d4585" /><Relationship Type="http://schemas.openxmlformats.org/officeDocument/2006/relationships/notesMaster" Target="/ppt/notesMasters/notesMaster1.xml" Id="R64d1f369f27b43c2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fd6bf10ae4964f9b" /><Relationship Type="http://schemas.openxmlformats.org/officeDocument/2006/relationships/notesMaster" Target="/ppt/notesMasters/notesMaster1.xml" Id="R806dcfbcb3064f46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4a07a5e4ee8049df" /><Relationship Type="http://schemas.openxmlformats.org/officeDocument/2006/relationships/notesMaster" Target="/ppt/notesMasters/notesMaster1.xml" Id="R5e39c114b5b142bc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b0af33c113aa46a6" /><Relationship Type="http://schemas.openxmlformats.org/officeDocument/2006/relationships/notesMaster" Target="/ppt/notesMasters/notesMaster1.xml" Id="R254b187fabe9489b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9b67921f772d4482" /><Relationship Type="http://schemas.openxmlformats.org/officeDocument/2006/relationships/notesMaster" Target="/ppt/notesMasters/notesMaster1.xml" Id="R0f62c4068bb24100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8c08e7e830b840c7" /><Relationship Type="http://schemas.openxmlformats.org/officeDocument/2006/relationships/notesMaster" Target="/ppt/notesMasters/notesMaster1.xml" Id="R0c0a2176d2044b42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9a5b7b6e426a4b76" /><Relationship Type="http://schemas.openxmlformats.org/officeDocument/2006/relationships/notesMaster" Target="/ppt/notesMasters/notesMaster1.xml" Id="R7e61085bd6db4904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844613f14d9346a1" /><Relationship Type="http://schemas.openxmlformats.org/officeDocument/2006/relationships/notesMaster" Target="/ppt/notesMasters/notesMaster1.xml" Id="R67c8db753edf4a47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04b6c0d7063b4f64" /><Relationship Type="http://schemas.openxmlformats.org/officeDocument/2006/relationships/notesMaster" Target="/ppt/notesMasters/notesMaster1.xml" Id="R4cce28d5d96c4b37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ccd384cccd304f7f" /><Relationship Type="http://schemas.openxmlformats.org/officeDocument/2006/relationships/notesMaster" Target="/ppt/notesMasters/notesMaster1.xml" Id="Red5108893cf84085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1a89d5707bd548db" /><Relationship Type="http://schemas.openxmlformats.org/officeDocument/2006/relationships/notesMaster" Target="/ppt/notesMasters/notesMaster1.xml" Id="R7ec6a88b0ce8411a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991b761e54df494f" /><Relationship Type="http://schemas.openxmlformats.org/officeDocument/2006/relationships/notesMaster" Target="/ppt/notesMasters/notesMaster1.xml" Id="Rc18e79795eca4247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536e06b040de4918" /><Relationship Type="http://schemas.openxmlformats.org/officeDocument/2006/relationships/notesMaster" Target="/ppt/notesMasters/notesMaster1.xml" Id="R75d637b2529c40ca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81a27b5e3c0e4b28" /><Relationship Type="http://schemas.openxmlformats.org/officeDocument/2006/relationships/notesMaster" Target="/ppt/notesMasters/notesMaster1.xml" Id="R7aad6fab5f6a48de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0d02f0f235bf4b66" /><Relationship Type="http://schemas.openxmlformats.org/officeDocument/2006/relationships/notesMaster" Target="/ppt/notesMasters/notesMaster1.xml" Id="Rc0056064156c4a26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6be17ba5763b49af" /><Relationship Type="http://schemas.openxmlformats.org/officeDocument/2006/relationships/notesMaster" Target="/ppt/notesMasters/notesMaster1.xml" Id="R7b36da8498044d04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c5ab702f569b441f" /><Relationship Type="http://schemas.openxmlformats.org/officeDocument/2006/relationships/notesMaster" Target="/ppt/notesMasters/notesMaster1.xml" Id="Rf8dd6d20bf894783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a6dbf028550d4a8c" /><Relationship Type="http://schemas.openxmlformats.org/officeDocument/2006/relationships/notesMaster" Target="/ppt/notesMasters/notesMaster1.xml" Id="R449f4227b36346b8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7c57ca8597dd40b9" /><Relationship Type="http://schemas.openxmlformats.org/officeDocument/2006/relationships/notesMaster" Target="/ppt/notesMasters/notesMaster1.xml" Id="R5912d19efa444a28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ae246d299479461a" /><Relationship Type="http://schemas.openxmlformats.org/officeDocument/2006/relationships/notesMaster" Target="/ppt/notesMasters/notesMaster1.xml" Id="Rc10bae6e631d4796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6ff5489f50f64684" /><Relationship Type="http://schemas.openxmlformats.org/officeDocument/2006/relationships/notesMaster" Target="/ppt/notesMasters/notesMaster1.xml" Id="R0b052b45097f49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cdd08e854e4d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a4c98c466a45a5" /><Relationship Type="http://schemas.openxmlformats.org/officeDocument/2006/relationships/slideLayout" Target="/ppt/slideLayouts/slideLayout1.xml" Id="Rc2b74ec76b8d49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b74ec76b8d49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3ab8961da9455c" /><Relationship Type="http://schemas.openxmlformats.org/officeDocument/2006/relationships/notesSlide" Target="/ppt/notesSlides/notesSlide1.xml" Id="R3f62fa4fbeb14c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bb8dd95d244334" /><Relationship Type="http://schemas.openxmlformats.org/officeDocument/2006/relationships/notesSlide" Target="/ppt/notesSlides/notesSlide2.xml" Id="R6447976a93dd49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85e51e86a49bd" /><Relationship Type="http://schemas.openxmlformats.org/officeDocument/2006/relationships/notesSlide" Target="/ppt/notesSlides/notesSlide3.xml" Id="Rc9efffaf1c1b41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6d27da68e433d" /><Relationship Type="http://schemas.openxmlformats.org/officeDocument/2006/relationships/notesSlide" Target="/ppt/notesSlides/notesSlide4.xml" Id="R548b77d8de9043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fc3c3c78db4553" /><Relationship Type="http://schemas.openxmlformats.org/officeDocument/2006/relationships/notesSlide" Target="/ppt/notesSlides/notesSlide5.xml" Id="R494a9cc284024c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a1247b42d443e" /><Relationship Type="http://schemas.openxmlformats.org/officeDocument/2006/relationships/notesSlide" Target="/ppt/notesSlides/notesSlide6.xml" Id="R28392b310c9447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2e45be4814377" /><Relationship Type="http://schemas.openxmlformats.org/officeDocument/2006/relationships/notesSlide" Target="/ppt/notesSlides/notesSlide7.xml" Id="R2e7afd0f7c1744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eef5f38db74512" /><Relationship Type="http://schemas.openxmlformats.org/officeDocument/2006/relationships/notesSlide" Target="/ppt/notesSlides/notesSlide8.xml" Id="Recb43450ff534a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4d2dc869b412b" /><Relationship Type="http://schemas.openxmlformats.org/officeDocument/2006/relationships/notesSlide" Target="/ppt/notesSlides/notesSlide9.xml" Id="R773571d13a8646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697a76e41444d" /><Relationship Type="http://schemas.openxmlformats.org/officeDocument/2006/relationships/notesSlide" Target="/ppt/notesSlides/notesSlide10.xml" Id="R7580f11a248e43e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00e605a51484b" /><Relationship Type="http://schemas.openxmlformats.org/officeDocument/2006/relationships/notesSlide" Target="/ppt/notesSlides/notesSlide11.xml" Id="R29e1b4a21c324d1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7dc84946dd4791" /><Relationship Type="http://schemas.openxmlformats.org/officeDocument/2006/relationships/notesSlide" Target="/ppt/notesSlides/notesSlide12.xml" Id="R941f5f64472e437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237de93c4a4965" /><Relationship Type="http://schemas.openxmlformats.org/officeDocument/2006/relationships/notesSlide" Target="/ppt/notesSlides/notesSlide13.xml" Id="R5e61bd26c446475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93a17f7ee9430c" /><Relationship Type="http://schemas.openxmlformats.org/officeDocument/2006/relationships/notesSlide" Target="/ppt/notesSlides/notesSlide14.xml" Id="R7ec4924e0e8d434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fdfd2bb2345f6" /><Relationship Type="http://schemas.openxmlformats.org/officeDocument/2006/relationships/notesSlide" Target="/ppt/notesSlides/notesSlide15.xml" Id="Rc827de34d58a442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54c2162474574" /><Relationship Type="http://schemas.openxmlformats.org/officeDocument/2006/relationships/notesSlide" Target="/ppt/notesSlides/notesSlide16.xml" Id="R4cc034905e7e480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212193f924466" /><Relationship Type="http://schemas.openxmlformats.org/officeDocument/2006/relationships/notesSlide" Target="/ppt/notesSlides/notesSlide17.xml" Id="R80821086a5b84f7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47e22b2af8402b" /><Relationship Type="http://schemas.openxmlformats.org/officeDocument/2006/relationships/notesSlide" Target="/ppt/notesSlides/notesSlide18.xml" Id="R244bc668dbd4431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a9b9a5c93f401b" /><Relationship Type="http://schemas.openxmlformats.org/officeDocument/2006/relationships/notesSlide" Target="/ppt/notesSlides/notesSlide19.xml" Id="Rd4f752b28ecd415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9a290c7fb944db" /><Relationship Type="http://schemas.openxmlformats.org/officeDocument/2006/relationships/notesSlide" Target="/ppt/notesSlides/notesSlide20.xml" Id="R53587cccd879478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cd8df25f1745a9" /><Relationship Type="http://schemas.openxmlformats.org/officeDocument/2006/relationships/notesSlide" Target="/ppt/notesSlides/notesSlide21.xml" Id="R284ac0d49df443b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d44e281737432c" /><Relationship Type="http://schemas.openxmlformats.org/officeDocument/2006/relationships/notesSlide" Target="/ppt/notesSlides/notesSlide22.xml" Id="Rcda5373cf3b649b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b1584dbf944572" /><Relationship Type="http://schemas.openxmlformats.org/officeDocument/2006/relationships/notesSlide" Target="/ppt/notesSlides/notesSlide23.xml" Id="R71861e728dcd42e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9f11949e6497d" /><Relationship Type="http://schemas.openxmlformats.org/officeDocument/2006/relationships/notesSlide" Target="/ppt/notesSlides/notesSlide24.xml" Id="R1f7846d2d87248d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e00c7ec034b27" /><Relationship Type="http://schemas.openxmlformats.org/officeDocument/2006/relationships/notesSlide" Target="/ppt/notesSlides/notesSlide25.xml" Id="Re71b9172712047f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7501e447d485e" /><Relationship Type="http://schemas.openxmlformats.org/officeDocument/2006/relationships/notesSlide" Target="/ppt/notesSlides/notesSlide26.xml" Id="R47ceb534542640e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5e100ac7114fc4" /><Relationship Type="http://schemas.openxmlformats.org/officeDocument/2006/relationships/notesSlide" Target="/ppt/notesSlides/notesSlide27.xml" Id="R53e83507d9384db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203eea30d490e" /><Relationship Type="http://schemas.openxmlformats.org/officeDocument/2006/relationships/notesSlide" Target="/ppt/notesSlides/notesSlide28.xml" Id="R77222d8ccf56442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9ad5ed2fe4c26" /><Relationship Type="http://schemas.openxmlformats.org/officeDocument/2006/relationships/notesSlide" Target="/ppt/notesSlides/notesSlide29.xml" Id="R1229672ee990401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3878701e0c4152" /><Relationship Type="http://schemas.openxmlformats.org/officeDocument/2006/relationships/notesSlide" Target="/ppt/notesSlides/notesSlide30.xml" Id="R1cbe9447729549c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19ac1263c4432" /><Relationship Type="http://schemas.openxmlformats.org/officeDocument/2006/relationships/notesSlide" Target="/ppt/notesSlides/notesSlide31.xml" Id="R416d4b257fe5428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8f02aa7064a34" /><Relationship Type="http://schemas.openxmlformats.org/officeDocument/2006/relationships/notesSlide" Target="/ppt/notesSlides/notesSlide32.xml" Id="Rbf9d2cd062ed49e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fa796d64c847d0" /><Relationship Type="http://schemas.openxmlformats.org/officeDocument/2006/relationships/notesSlide" Target="/ppt/notesSlides/notesSlide33.xml" Id="R2017bf36342042d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a12ca0bbc45f7" /><Relationship Type="http://schemas.openxmlformats.org/officeDocument/2006/relationships/notesSlide" Target="/ppt/notesSlides/notesSlide34.xml" Id="R68fb978c7d1b4ab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21d1567d14e52" /><Relationship Type="http://schemas.openxmlformats.org/officeDocument/2006/relationships/notesSlide" Target="/ppt/notesSlides/notesSlide35.xml" Id="Raa1ee20fb5a0445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dd274c1c9b4784" /><Relationship Type="http://schemas.openxmlformats.org/officeDocument/2006/relationships/notesSlide" Target="/ppt/notesSlides/notesSlide36.xml" Id="R1c224b2dbefb402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30e0ca74b481a" /><Relationship Type="http://schemas.openxmlformats.org/officeDocument/2006/relationships/notesSlide" Target="/ppt/notesSlides/notesSlide37.xml" Id="Rb32bc66f6a374a1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3bbdfadcd4706" /><Relationship Type="http://schemas.openxmlformats.org/officeDocument/2006/relationships/notesSlide" Target="/ppt/notesSlides/notesSlide38.xml" Id="R6bb581ecf7eb4f0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aa240f4b545ad" /><Relationship Type="http://schemas.openxmlformats.org/officeDocument/2006/relationships/notesSlide" Target="/ppt/notesSlides/notesSlide39.xml" Id="R5b9415bba9b7490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64e9f42d2b420e" /><Relationship Type="http://schemas.openxmlformats.org/officeDocument/2006/relationships/notesSlide" Target="/ppt/notesSlides/notesSlide40.xml" Id="Rc0a5918f05d64a79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131ce7aa14e22" /><Relationship Type="http://schemas.openxmlformats.org/officeDocument/2006/relationships/notesSlide" Target="/ppt/notesSlides/notesSlide41.xml" Id="Rb6c6c6cc564648a0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ac56e15fdb4d61" /><Relationship Type="http://schemas.openxmlformats.org/officeDocument/2006/relationships/notesSlide" Target="/ppt/notesSlides/notesSlide42.xml" Id="R0b67387b2d924f09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3ae65e889a4402" /><Relationship Type="http://schemas.openxmlformats.org/officeDocument/2006/relationships/notesSlide" Target="/ppt/notesSlides/notesSlide43.xml" Id="R18f9934673054e2e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fbac406414472" /><Relationship Type="http://schemas.openxmlformats.org/officeDocument/2006/relationships/notesSlide" Target="/ppt/notesSlides/notesSlide44.xml" Id="R9b3cd84eb17045d0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74cd2219d4b96" /><Relationship Type="http://schemas.openxmlformats.org/officeDocument/2006/relationships/notesSlide" Target="/ppt/notesSlides/notesSlide45.xml" Id="Rd3c3e1bdefc743a0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ffd02595548b4" /><Relationship Type="http://schemas.openxmlformats.org/officeDocument/2006/relationships/notesSlide" Target="/ppt/notesSlides/notesSlide46.xml" Id="Rd0884b61b93e4960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6e899786434399" /><Relationship Type="http://schemas.openxmlformats.org/officeDocument/2006/relationships/notesSlide" Target="/ppt/notesSlides/notesSlide47.xml" Id="R887bcd704ed04b54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15dfb93744597" /><Relationship Type="http://schemas.openxmlformats.org/officeDocument/2006/relationships/notesSlide" Target="/ppt/notesSlides/notesSlide48.xml" Id="R8a30f4c6b4a34000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9673293134140" /><Relationship Type="http://schemas.openxmlformats.org/officeDocument/2006/relationships/notesSlide" Target="/ppt/notesSlides/notesSlide49.xml" Id="Rf5b656deb08140c0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30d1fbb34c4f31" /><Relationship Type="http://schemas.openxmlformats.org/officeDocument/2006/relationships/notesSlide" Target="/ppt/notesSlides/notesSlide50.xml" Id="Rb9624599f8c14b7e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fa6ee43154ea1" /><Relationship Type="http://schemas.openxmlformats.org/officeDocument/2006/relationships/notesSlide" Target="/ppt/notesSlides/notesSlide51.xml" Id="R532790842cad40cb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d770b7f13446da" /><Relationship Type="http://schemas.openxmlformats.org/officeDocument/2006/relationships/notesSlide" Target="/ppt/notesSlides/notesSlide52.xml" Id="R521095c444c34c4d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768f2dab3e4550" /><Relationship Type="http://schemas.openxmlformats.org/officeDocument/2006/relationships/notesSlide" Target="/ppt/notesSlides/notesSlide53.xml" Id="R05faa09689df4944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d32971b88c492d" /><Relationship Type="http://schemas.openxmlformats.org/officeDocument/2006/relationships/notesSlide" Target="/ppt/notesSlides/notesSlide54.xml" Id="Rbb3be499755e4371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992fd7c56546f6" /><Relationship Type="http://schemas.openxmlformats.org/officeDocument/2006/relationships/notesSlide" Target="/ppt/notesSlides/notesSlide55.xml" Id="R25505fea50894061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40af1810b24fd6" /><Relationship Type="http://schemas.openxmlformats.org/officeDocument/2006/relationships/notesSlide" Target="/ppt/notesSlides/notesSlide56.xml" Id="Rb955d4d4970745cf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dd9f5c7f2645b0" /><Relationship Type="http://schemas.openxmlformats.org/officeDocument/2006/relationships/notesSlide" Target="/ppt/notesSlides/notesSlide57.xml" Id="R33935d6ded534a87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5accdde28642a6" /><Relationship Type="http://schemas.openxmlformats.org/officeDocument/2006/relationships/notesSlide" Target="/ppt/notesSlides/notesSlide58.xml" Id="Rddb861544af94c5e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28a12944246cd" /><Relationship Type="http://schemas.openxmlformats.org/officeDocument/2006/relationships/notesSlide" Target="/ppt/notesSlides/notesSlide59.xml" Id="R5931bf6168ea4941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831b50ea04668" /><Relationship Type="http://schemas.openxmlformats.org/officeDocument/2006/relationships/notesSlide" Target="/ppt/notesSlides/notesSlide60.xml" Id="R5bca60a311e7421f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0346973824def" /><Relationship Type="http://schemas.openxmlformats.org/officeDocument/2006/relationships/notesSlide" Target="/ppt/notesSlides/notesSlide61.xml" Id="R10eb8c5f78734f31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5dad2af85429a" /><Relationship Type="http://schemas.openxmlformats.org/officeDocument/2006/relationships/notesSlide" Target="/ppt/notesSlides/notesSlide62.xml" Id="R9ab898f651d0400d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07501ea27d4eac" /><Relationship Type="http://schemas.openxmlformats.org/officeDocument/2006/relationships/notesSlide" Target="/ppt/notesSlides/notesSlide63.xml" Id="R7b0071b922e845a7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a89be38d64adf" /><Relationship Type="http://schemas.openxmlformats.org/officeDocument/2006/relationships/notesSlide" Target="/ppt/notesSlides/notesSlide64.xml" Id="R331573b0cec64cf7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baa0e39464c88" /><Relationship Type="http://schemas.openxmlformats.org/officeDocument/2006/relationships/notesSlide" Target="/ppt/notesSlides/notesSlide65.xml" Id="R98aa941377584cdf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82a718d7e400c" /><Relationship Type="http://schemas.openxmlformats.org/officeDocument/2006/relationships/notesSlide" Target="/ppt/notesSlides/notesSlide66.xml" Id="R967a47b160d74a60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2b31a36bb41f9" /><Relationship Type="http://schemas.openxmlformats.org/officeDocument/2006/relationships/notesSlide" Target="/ppt/notesSlides/notesSlide67.xml" Id="Rbb82b04541464db6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a4f6c639648c5" /><Relationship Type="http://schemas.openxmlformats.org/officeDocument/2006/relationships/notesSlide" Target="/ppt/notesSlides/notesSlide68.xml" Id="Rc3d5401397134ca5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7bcea4a1b4ada" /><Relationship Type="http://schemas.openxmlformats.org/officeDocument/2006/relationships/notesSlide" Target="/ppt/notesSlides/notesSlide69.xml" Id="R34169432687f4146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2f7e4e87404524" /><Relationship Type="http://schemas.openxmlformats.org/officeDocument/2006/relationships/notesSlide" Target="/ppt/notesSlides/notesSlide70.xml" Id="R1db09b61a9a24bb0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9d43e02014fc3" /><Relationship Type="http://schemas.openxmlformats.org/officeDocument/2006/relationships/notesSlide" Target="/ppt/notesSlides/notesSlide71.xml" Id="R3457dd85a8a344c1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c34d40edd40de" /><Relationship Type="http://schemas.openxmlformats.org/officeDocument/2006/relationships/notesSlide" Target="/ppt/notesSlides/notesSlide72.xml" Id="R0b1c5387287941db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2a25da05340df" /><Relationship Type="http://schemas.openxmlformats.org/officeDocument/2006/relationships/notesSlide" Target="/ppt/notesSlides/notesSlide73.xml" Id="R7c1100aedf4747df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ca9fdbefd443d2" /><Relationship Type="http://schemas.openxmlformats.org/officeDocument/2006/relationships/notesSlide" Target="/ppt/notesSlides/notesSlide74.xml" Id="R8b4a8d596b494f29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fe821d24b41cb" /><Relationship Type="http://schemas.openxmlformats.org/officeDocument/2006/relationships/notesSlide" Target="/ppt/notesSlides/notesSlide75.xml" Id="R71af07dadfef4d95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4b8a0bd74c4585" /><Relationship Type="http://schemas.openxmlformats.org/officeDocument/2006/relationships/notesSlide" Target="/ppt/notesSlides/notesSlide76.xml" Id="R1fc0d17b1489480a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244db00e74aed" /><Relationship Type="http://schemas.openxmlformats.org/officeDocument/2006/relationships/notesSlide" Target="/ppt/notesSlides/notesSlide77.xml" Id="R1e4a44e582d44070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dd5e6a2924d9f" /><Relationship Type="http://schemas.openxmlformats.org/officeDocument/2006/relationships/notesSlide" Target="/ppt/notesSlides/notesSlide78.xml" Id="Rfbd2f4bbc7624def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7388cbff940e1" /><Relationship Type="http://schemas.openxmlformats.org/officeDocument/2006/relationships/notesSlide" Target="/ppt/notesSlides/notesSlide79.xml" Id="R951848fe32034d13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38e0e424f4730" /><Relationship Type="http://schemas.openxmlformats.org/officeDocument/2006/relationships/notesSlide" Target="/ppt/notesSlides/notesSlide80.xml" Id="R300a125a8e30480d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1f2f1b309e4cf9" /><Relationship Type="http://schemas.openxmlformats.org/officeDocument/2006/relationships/notesSlide" Target="/ppt/notesSlides/notesSlide81.xml" Id="R9c2d6c1337564a1a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de5fa91734439" /><Relationship Type="http://schemas.openxmlformats.org/officeDocument/2006/relationships/notesSlide" Target="/ppt/notesSlides/notesSlide82.xml" Id="R13eb10b2c9334d09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f413c49b1c4ce5" /><Relationship Type="http://schemas.openxmlformats.org/officeDocument/2006/relationships/notesSlide" Target="/ppt/notesSlides/notesSlide83.xml" Id="R92a412bad9f74fbf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ef9cd26724507" /><Relationship Type="http://schemas.openxmlformats.org/officeDocument/2006/relationships/notesSlide" Target="/ppt/notesSlides/notesSlide84.xml" Id="R3fe886b241314905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c3abe5433848a8" /><Relationship Type="http://schemas.openxmlformats.org/officeDocument/2006/relationships/notesSlide" Target="/ppt/notesSlides/notesSlide85.xml" Id="R139ccd9708174cf2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f3dc69cc3a4495" /><Relationship Type="http://schemas.openxmlformats.org/officeDocument/2006/relationships/notesSlide" Target="/ppt/notesSlides/notesSlide86.xml" Id="Rbdc19a6d60f44f4f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4b27ff9eb40d5" /><Relationship Type="http://schemas.openxmlformats.org/officeDocument/2006/relationships/notesSlide" Target="/ppt/notesSlides/notesSlide87.xml" Id="R9e3f36060db84d32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34363ecab24500" /><Relationship Type="http://schemas.openxmlformats.org/officeDocument/2006/relationships/notesSlide" Target="/ppt/notesSlides/notesSlide88.xml" Id="R2d351bf5f02c4ad6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cdda15abd64ed1" /><Relationship Type="http://schemas.openxmlformats.org/officeDocument/2006/relationships/notesSlide" Target="/ppt/notesSlides/notesSlide89.xml" Id="R080feb1731134550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ae6c71d5e462a" /><Relationship Type="http://schemas.openxmlformats.org/officeDocument/2006/relationships/notesSlide" Target="/ppt/notesSlides/notesSlide90.xml" Id="R53e88021c93f4ee5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cb32989af4e81" /><Relationship Type="http://schemas.openxmlformats.org/officeDocument/2006/relationships/notesSlide" Target="/ppt/notesSlides/notesSlide91.xml" Id="Re35bfa8e553e477e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2b87c39ac448e" /><Relationship Type="http://schemas.openxmlformats.org/officeDocument/2006/relationships/notesSlide" Target="/ppt/notesSlides/notesSlide92.xml" Id="Ra4dd188952e145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8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803E4B-F7BF-4F11-A003-B907ADF4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spc="3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spc="3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BINGO HUMAIN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E4BA9E-1A26-47D7-81F4-2025F1D3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47800"/>
            <a:ext cx="10096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Trouve quelqu’un qui…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552948-4683-4E38-884B-BC822B2A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210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90 affirmations à projeter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ABF717-B82B-4B4E-9379-48DD64AA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Expériences  ·  numérique  ·  talents  ·  loufoque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EA0F2-7F64-4D96-8A37-C912780E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9055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BTS SIO</a:t>
            </a:r>
          </a:p>
        </p:txBody>
      </p:sp>
    </p:spTree>
    <p:extLst>
      <p:ext uri="{BB962C8B-B14F-4D97-AF65-F5344CB8AC3E}">
        <p14:creationId xmlns:p14="http://schemas.microsoft.com/office/powerpoint/2010/main" val="16269517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FC71F8-31C7-4984-A561-9AF25698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spc="3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spc="3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LA RÈGLE DU JEU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C02B2B-2079-40D8-943F-433625E1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Une phrase apparaît.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7ADDE9-7335-4621-97B1-D93BF3CA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3360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3B4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73B43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32079A-D206-4950-B988-E3F1D7C9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955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L’étudiant désigné propose le prénom d’une personne qui correspond.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5DE7FA-A2B5-4216-9BDE-04B2428D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3370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B2142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4B2142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A3A31E-A353-4695-A04F-337E59AF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956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S’il ne sait pas ou se trompe, l’étudiant suivant prend le relais.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E4FCAB-144B-4E55-B8BC-7517DF6F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3380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3B4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73B43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85CB2E-517D-49FF-91EA-EC80D1E5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957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La personne citée confirme… ou dément.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ADD160-34CA-4196-B592-9269CAE2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3390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B2142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4B2142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5DF9D5-EE1D-4F47-974F-01F57415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958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En cas de doute, la classe vote à main levée.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268FAC-EE55-456F-88F3-283E785B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3400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3B4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73B43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D4F330-F9A8-406E-A480-42976BC4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959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Chacun a le droit de passer : on garde le rythme et la bonne humeur.</a:t>
            </a:r>
          </a:p>
        </p:txBody>
      </p:sp>
    </p:spTree>
    <p:extLst>
      <p:ext uri="{BB962C8B-B14F-4D97-AF65-F5344CB8AC3E}">
        <p14:creationId xmlns:p14="http://schemas.microsoft.com/office/powerpoint/2010/main" val="2703043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6EE376-4455-48A0-822A-66E7FF11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EXPÉRIENCE &amp; TALENTS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74109-76E9-4740-A80B-AE066E50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59D125-DE81-4C8E-BFF6-321D9AC4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10096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A déjà voyagé en Asie.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888F33-0451-4AE9-BD06-C50B369B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482819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710896-D8C8-4525-B30C-A876BB3B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NUMÉRIQUE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C55E6C-5BE9-4396-A2C1-B22334F5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1D9421-EBF4-499C-AA50-56ECCF4D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 déjà monté ou démonté un ordinateur.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022F2F-BDE8-4A06-ABCC-90A5E912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815173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2A03DC-ACEE-4C7D-972F-FA955417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LOUFOQUE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F038B9-4DC4-4D8E-8B76-E7C950A9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6528D0-EE6A-4B13-96A1-D8D9FD9E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A déjà parlé à son ordinateur comme s’il pouvait négocier.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72BAE-031B-46B5-AD7C-A7C5C431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7599841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779B14-2325-43A9-9589-90B23BB5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EXPÉRIENCE &amp; TALENTS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2A7420-47EB-4514-88DE-C416927A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045543-5375-4171-A50C-D0046D08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10096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Parle au moins trois langues.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5AD987-2ECB-4049-97BC-50893298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143954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E5FAF-DE31-440E-8847-140FD0E8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NUMÉRIQUE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27E3A-F251-477C-A991-1BDCD1DE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7465B4-E93C-41CB-8CC5-B43FF55C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 déjà utilisé Linux.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33F1B-A6BC-4773-837F-9967774A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313799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6E0AA1-A363-42E1-9B56-CBCDDF83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LOUFOQUE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F93A8D-798E-4B9E-9799-F19C0BC0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4A9D0-3BC2-479B-BBFE-A6A56E8A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A déjà accusé le Wi-Fi avant de vérifier le mode avion.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F8C88-194B-4DD9-8805-15B85233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552743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83F04D-554C-40E8-B278-C5B462B4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EXPÉRIENCE &amp; TALENTS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B4C7B7-C839-4F4B-BD96-634F64D9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9778B7-9AF5-412A-AC8E-B40D5B3D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10096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Pratique ou a pratiqué un sport en club.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6EF7B4-528F-47BB-BB21-6361659D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56005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C2D143-59F1-4E37-A988-EA244B26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NUMÉRIQUE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C5261B-9890-4C28-BA90-9BF796E7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021907-C389-4FAA-9F19-145921A1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 déjà écrit quelques lignes de code.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1C81F9-AD03-486E-A05F-57A4104E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329378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C16E8A-63A3-4667-944A-B3F5C3C2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LOUFOQUE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665B26-40E2-4DBD-BE79-33ABB1D9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E9B6DD-8D62-4DC0-B49B-010161AE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A déjà ouvert le réfrigérateur puis oublié pourquoi.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D1A66-50C4-4ADA-A2FC-92E17ED0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97073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A38EC-61BA-4717-B6FD-8246762E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EXPÉRIENCE &amp; TALENTS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802BBA-6CB4-4BF0-ABE3-CDE3D782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BC3206-12CC-46A1-A6BE-CF667DBC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10096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Sait jouer d’un instrument.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3DCD68-D893-4BCB-80FB-D585D2C2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078725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079C3-7CBC-4E17-AA6D-D4596014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NUMÉRIQUE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6967AE-6432-49C6-81C4-FB72BAE9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124431-320B-4DCE-BAEC-583D6DA9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 déjà créé une page Web.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941F8-ED1C-43EE-BA72-CD6E4B54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533117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1C5C51-708B-4EE6-B67A-499A89FD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LOUFOQUE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7FE571-4E46-49F1-8DDB-39FB1168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5E5F26-B8BF-4901-BD71-9490B2A5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A déjà dansé en attendant la fin du micro-ondes.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04F3D-207F-4C2E-890C-82A6CBB8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698061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F1D7E9-EE5F-455E-9E69-CEC7735B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EXPÉRIENCE &amp; TALENTS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F47DCB-D28D-4E4D-849B-7A4CE632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A091A6-DEF1-4672-9719-71ADD0EE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10096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A déjà dormi sous une tente.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FA90CE-F16C-4533-B96F-963808D7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7655867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078D31-AF66-4315-8DDF-D15C143C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NUMÉRIQUE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129F7-B6D6-4351-A32A-01A8628C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33A127-B34A-4F3C-B7AD-70D652C9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 déjà utilisé un terminal.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15DC61-F14C-43F7-8537-698AF386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6905823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3D2F3-1345-48C1-9CD7-CEC297FA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LOUFOQUE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7B76E5-7C0C-4774-9A3A-CFD9225D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74269-38EB-4729-9BE3-94BA9184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A donné un prénom à une plante, un véhicule ou un appareil.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3DB781-C4A8-4BAE-908F-57C291AA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0605292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1D565D-D486-40A0-AEC7-476A7FF0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EXPÉRIENCE &amp; TALENTS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71A60-42E3-4B57-85F8-0A47C493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8B7FE-6793-4C3F-A89A-190F12D8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10096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Sait préparer un plat dont il ou elle est fier ou fière.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0566A-6D9C-4D0E-A794-A9BB1C37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9482015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C2DB85-F9AC-4E67-971C-928BDA03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NUMÉRIQUE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B8C09-7D25-407C-B272-ADD8CAE7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7DCAE7-E31B-4D30-8172-85C48CC2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 déjà installé ou changé un système d’exploitation.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7B2E19-DDDC-4AE4-BDDC-7B19DE7D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4329975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892885-2252-4417-B8E0-786DD615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LOUFOQUE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34226D-47F0-4A1A-8B63-F1A9337C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3207C6-FE7A-4A0D-AC0E-C3EF75FF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A déjà ri tout seul en repensant à un mème.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2D113C-D365-4E70-BBE5-5CAE2889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74791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B8F12-3F70-4165-841D-1D180FEF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EXPÉRIENCE &amp; TALENTS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2B34DA-052A-4FDE-B649-A4B46821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01F65A-DAF0-460E-93DC-53D5673A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10096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A déjà visité au moins cinq pays.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9C608-4448-4495-878A-D26E36F1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2898482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966D48-56BC-4DBE-8BAA-C8C602F9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NUMÉRIQUE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EF791-A067-44AF-BED0-6FD4FDE0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388687-CD6C-44E5-A0C3-426C52A3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Utilise régulièrement un espace de stockage en ligne.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3F7104-D588-424A-8307-F845B57A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3109299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2AC9A7-33AE-4900-94AF-762CB427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LOUFOQUE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3FB029-9E30-4F1A-B318-9F9E115B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494B6-305F-490D-A31B-F700AA0A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A déjà remis une boîte vide dans un placard.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348CA-2821-43E1-84D0-CC412B6F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0911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CCE1B6-51A3-447E-978B-402C14D8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EXPÉRIENCE &amp; TALENTS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752500-2AFC-4712-ACB6-3297B877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943A17-7F78-4C03-B37E-35592CF6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10096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A lu un roman de plus de 500 pages.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5F7CCA-0D0A-4846-AE8E-071A3FC2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7238906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58C6A8-748F-421B-B312-CFA76CF4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NUMÉRIQUE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A53893-D990-4B53-AFCE-ACF5DBC8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CE04AC-28C4-4734-9A94-79A8D8A1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Utilise au moins deux navigateurs Web.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349AF7-99E2-4565-B5B8-452A9A7B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9153029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500B7E-FDA9-4D16-8F24-84C74D34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LOUFOQUE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E13223-153D-4B89-8808-1D960499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F6AA61-5F3F-4672-BF85-2790A722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A déjà porté un vêtement à l’envers sans s’en rendre compte.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09B3A-A3BF-4EB9-B8BB-53DB95DE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2052864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D94C5B-75E7-44E9-865D-5A95F989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EXPÉRIENCE &amp; TALENTS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8EB376-9B7C-43C8-A621-D0562F0E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6BC1C-74E9-4684-98FC-F0EB271B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10096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Possède une collection.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85D295-6EBD-489B-A9AA-DABA56D5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9395273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18857B-DDF9-4BEB-ADBA-AFA91632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NUMÉRIQUE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E6273-38A7-49EC-B14E-61AFC08F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393F0-EB34-4F08-87D0-5272C876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 déjà aidé quelqu’un à résoudre un problème informatique.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195D4-4993-4B2C-8496-16BF0A0B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3562779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909AA1-41FA-4134-8A1E-BB3E7BAE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LOUFOQUE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D3FC3A-6FD3-4FED-873E-EDA0F959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502A81-6FD8-4FC6-9731-AA11AC60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A déjà réchauffé une boisson puis l’a oubliée.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7F0DDE-E96A-4923-BB42-0D70FFE8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4585994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B27185-E972-4378-84F0-B7E1BB3A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EXPÉRIENCE &amp; TALENTS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F418DF-9354-4E35-BF4A-32DC7A65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7CC33F-47DC-4B58-9D3B-1829B183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10096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A déjà participé à un spectacle.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FC2F2B-9675-430C-8F4B-978AD5A1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5047617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15458E-1FE4-4BF6-8547-46A44BAA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NUMÉRIQUE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30993C-8FA5-49FF-971F-A1507AC7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C262B-1BC9-4C6F-BC75-973DB497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 déjà reconnu un message de phishing.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0DC02C-9E42-49C3-805F-B411E6B4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5531503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22C5F-42BD-4328-9BF3-8F89CACE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LOUFOQUE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DDF225-F634-4D99-8FB2-494B43D7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B13B6-D307-4AE8-AC65-E00C55ED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A commencé une recherche puis a oublié ce qu’il cherchait.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837248-0F1E-4ECA-B4A9-2CD0E2DD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7129142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77A76-4960-4E28-B750-9F507DF3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EXPÉRIENCE &amp; TALENTS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7EA63A-D3A4-41AD-B33B-5FC8F6C4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E2A198-828D-40C3-9877-FDD92D2E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10096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A déjà déménagé au moins trois fois.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C6549-4F57-4502-8154-ABEA3C2F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82110191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B4D7BA-9680-4E32-8522-1D7ECE0C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NUMÉRIQUE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83D27-A06C-4A3B-AE34-8EB8F7FA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7B3CB-58AC-4AB0-8441-FE193F8E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 déjà modifié un réglage de sa box ou de son routeur.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751885-91BE-47D5-8664-6264BA46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3324494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58F866-87E8-4480-892A-FDBE48FE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LOUFOQUE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8215D4-2C73-4E4F-AAF6-DE7454D2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33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DDA32B-20DF-4F80-BDD1-BD2131BA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Sait imiter un animal de façon convaincante.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AD64D4-AABE-42F2-97AC-F0D47668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7266676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A65908-A14B-4CD8-BF32-F05B0BF5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EXPÉRIENCE &amp; TALENTS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373A61-DD1D-40CD-AFDA-98A07DC6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096CC1-8CB2-43EB-ACAB-E5ED645C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10096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Connaît les gestes de premiers secours.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7B9DD7-1EDA-43D2-9614-5BDF9BCD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2956385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9B605A-72BC-4993-9FEA-8F985FE8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NUMÉRIQUE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614F53-205D-43A7-A35B-4F0221CC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35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3CC3A9-2AE7-4E17-BC80-87E3F832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 déjà installé une imprimante sans demander d’aide.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02A03C-2FF6-4D71-AC75-57F47FB3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93135919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04C59-1AA9-453F-BF60-22B996D2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LOUFOQUE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AF01DC-5AF1-41EE-B1B6-13E02EB5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15630-468C-404C-B93A-B8315629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A déjà fait une entrée théâtrale dans la mauvaise pièce.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F2B701-0532-436B-92B7-B52492AB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7286353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9EF628-B5B0-43D6-A54B-BB15F32A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EXPÉRIENCE &amp; TALENTS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EC69EE-2C76-4901-A7E3-2E5671F0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93F2B5-47AD-4F5A-A2D8-A5772E29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10096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A déjà participé à une action bénévole.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153809-15A5-4637-91E9-C7159E9C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5002157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449324-F57C-4F8C-9CA8-5410755D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NUMÉRIQUE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BE931D-1D1B-47CA-B0C3-A79B839D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38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E81D37-EF3E-486B-BDFA-FFE18A82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Pense pouvoir expliquer ce qu’est une adresse IP.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48E87-9AC8-47E0-A978-3319E434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5061669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20CF2-3535-44CB-82C7-5F7A156D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LOUFOQUE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6C9F17-3977-4C42-A0B0-C629FE45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8931EF-3B5A-40BF-94E1-7BE96E89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A chanté de mauvaises paroles pendant des années.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F0179-361C-4E9D-B5FB-2BB4E169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0571767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3A0AD5-546F-408B-AED9-7671179A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EXPÉRIENCE &amp; TALENTS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AD8B8-14F1-4A2D-A8E1-F5279AD3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B480B7-2AB1-43D4-B8F1-E1FE1BC3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10096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A déjà chanté au karaoké.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403831-3EFC-484F-84E3-A9F12E83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43407222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2FA78-3C27-4F48-93D5-0C1B7281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NUMÉRIQUE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A8D0E-15CD-4BE4-8E14-5BEF421C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41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CBE100-8F3C-4F03-90E3-75263B08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Possède déjà un compte GitHub.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E0A021-0E9B-477F-A186-0D1A44E3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297843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3EDE1A-7459-4FF3-A281-FF7D9332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LOUFOQUE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FBB800-E034-44A5-A444-1A51A4E9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42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E9C3D2-5CC2-4C7A-B1E0-7F19779D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Dit bonjour à un animal du quartier.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8771D-E4C3-42D0-B5E2-AC0AF9B0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517405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09EF46-69D6-43E0-95E6-4E7CF149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EXPÉRIENCE &amp; TALENTS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DA827C-C58B-41FF-B103-98292DF0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43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B6DFB3-D421-4FA9-8D7D-D965AEF3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10096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Sait jongler avec trois objets.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F7A2B3-C88F-42E3-A34F-EE68B9E1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1418950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408704-08E3-45EE-B7E4-6DA6766E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NUMÉRIQUE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68B711-DF44-4DF8-896B-D8C1B77A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44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7B04B7-8FE7-42CF-9B42-27BD5ADE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 déjà utilisé une machine virtuelle.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686F3-0F64-4C0C-BC17-B5429917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39084051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1849BA-09D9-4DD9-9689-661E4771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LOUFOQUE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E174A0-460B-44BA-B9CD-A63C090F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45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56B731-D23C-4B53-A5A0-3F736AB6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A déjà inventé une excuse pour éviter un appel téléphonique.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83EE77-C832-4A66-A8E9-B2A937E8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23067834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F507A-779A-414E-BDF3-24A84EBE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EXPÉRIENCE &amp; TALENTS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563C43-6095-444F-BDB7-C9AF3F1A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46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4F8C58-D206-4F49-AA52-CD94882E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10096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A déjà fait un trajet en train de plus de huit heures.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CD324A-267C-443C-A900-A0F0A6FD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962775185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F2B665-9711-4C3F-B2AE-44FB9F93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NUMÉRIQUE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1EB6C-98C7-4BFF-8F69-BF07FE19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E213A-B5EA-4D76-8E4E-185FE36B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 déjà créé un projet avec Scratch.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9FA526-570E-46F1-8B54-DA9A2F62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56922580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8F38EE-185F-42F9-9DC5-BBE55948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LOUFOQUE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23BBC9-D00A-4179-986A-A0D75FD6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48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5726E8-D467-401A-84E4-C1D0EF39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Parle à son animal comme à un collègue.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4F0B7F-F030-4D87-A6DC-52F72F60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1977185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CC4938-0FB1-425E-A49B-F0B12BB1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EXPÉRIENCE &amp; TALENTS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DEBEC9-D55E-4DDC-8400-691BF288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0FFE1A-B5E8-4E31-9853-A5F9EC1A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10096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A déjà dormi dans un avion.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F5E78-261C-47AA-94D1-F1A5632B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81121850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C9E59-7F9D-428E-932C-E4B59C28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NUMÉRIQUE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B178A8-79D1-4482-9428-A2BFBC0F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21EB63-FF4C-4AAB-879D-7A356841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Joue régulièrement en ligne.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829F8C-0756-4998-B9FF-CA1793E1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8340015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C2391C-54C7-46E4-BD4F-50394AA2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LOUFOQUE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E22E69-78FA-492D-93FC-3BE5BDB9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51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43707A-E81E-4A0B-A652-86FEF146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A déjà mangé le dessert avant le plat principal.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465D5E-D305-45C6-9B9F-3164D49D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07119973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70DBC0-5F82-4188-A0E3-88D80D33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EXPÉRIENCE &amp; TALENTS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FA8CD-E630-48E8-93C8-C02F7F69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52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029CED-027F-4814-8B2B-E00BA392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10096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A déjà traversé une frontière à pied.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6959B-CA29-4EA5-B1DB-F8091A1F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00381585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DEB82A-7433-428A-9F2D-6AF210B7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NUMÉRIQUE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5B8D19-3DC0-4484-B14A-5DDD3A72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53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B394CD-320B-48C9-ACCB-9A313913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 déjà remplacé une pièce dans un téléphone ou un ordinateur.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2C9E1E-C7FB-4568-872E-BDA9D58F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80395843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2FA34A-0518-4A5A-8865-F68F6981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LOUFOQUE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07A194-9847-4FD5-988E-105F1A12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54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E39CCC-EFE0-4851-91AA-518210DB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S’est déjà disputé avec un GPS.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268D35-90FB-4335-B76C-0972F497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0440210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6FAADF-349B-474E-8748-3AAD43EF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EXPÉRIENCE &amp; TALENTS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8A336D-EBBE-4A14-92F5-1E6A831E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55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5BB29B-E13C-49CA-A1D0-809A2DD2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10096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A déjà participé à un escape game.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A4C8BB-E75C-4345-9223-C26661F2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19327524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5F7B02-753B-425D-89AF-169DCC86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NUMÉRIQUE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74FCF1-BFC7-4A87-802A-768A1C4B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56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4CE4F4-27AC-4822-890A-B63A6898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Utilise un gestionnaire de mots de passe.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E433DC-2DF7-4D75-B0AB-B20F3590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07467373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3033F-1FF5-4DE3-900E-7D632ECE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LOUFOQUE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87EE0-73EB-4850-8858-A3F6113F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57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E1D21-693A-4FC5-AFC6-8AA052FF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A déjà sursauté en voyant son propre reflet.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BA0D32-2B8A-478A-A714-7044BEC4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91624500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ED491F-75FE-48CD-BB49-61519421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EXPÉRIENCE &amp; TALENTS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26BA17-A70F-445D-B0DF-88DFE934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58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D0358E-140F-4717-BC44-828EF6D0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10096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Sait jouer aux échecs.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BBD568-90D4-41E3-AF0D-004AAEB7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46106352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F57EC4-5325-49D4-8203-5946CC9A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NUMÉRIQUE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830F3-6AD4-41F2-A3E7-1D732487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59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5B2DCE-C638-4C72-B705-D6EEFC8C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 activé la double authentification sur au moins un compte.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FC7010-6BD7-4317-86BE-2C7D0102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3244485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0725EF-DE5D-41F8-B758-BF9C05BA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LOUFOQUE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B38008-E856-4BCC-A92B-AE21C91D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60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57D10-AABD-42CD-9CCB-4753664D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Peut s’endormir presque n’importe où.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A073C4-01A9-4615-96B0-2332F216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91194754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FD30B1-117E-40D9-85CC-D97CC0DD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EXPÉRIENCE &amp; TALENTS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FC944D-F32F-4A85-9334-80F94BA0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61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EEEBB0-A55D-4182-91E8-8076038D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10096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A pratiqué un sport de combat.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DEF251-1D63-47FC-B1E9-1E93F85B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78617903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CCC7CA-1078-425B-B95C-235FEF04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NUMÉRIQUE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EEF817-FCBD-43F8-874C-0D89F437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62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F664D3-7FBA-4F29-A321-9981DA2A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 déjà créé une affiche ou un visuel numérique.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0697C4-AA1D-4604-AC90-C854C2A4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93764975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DA473C-AD24-4461-9209-B5F8BC3B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LOUFOQUE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BA8B83-DF1B-4C66-A731-666065A7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63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49BDA3-B527-433C-AA0D-EB9E6E22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A déjà tenté d’attirer une télécommande par télékinésie.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BE039D-DEB9-4161-AD58-964D8DC5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22695002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56ADFF-19FA-43FF-99E8-83185672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EXPÉRIENCE &amp; TALENTS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8E0F0-E1F5-48FD-9AD8-AAC6EAA0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64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7A6208-803B-4363-BAC1-704AA823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10096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Est déjà monté à plus de 2 000 mètres d’altitude.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FA5A38-16E6-4EA3-9BD4-0BEC10C0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09754111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2792CD-862F-4950-BA2A-8ECC60A1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NUMÉRIQUE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B682E7-A82C-45F1-B1BD-3DD0DF6C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65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8AE3BD-2AC4-4DF0-9472-27B05DC8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 déjà monté une vidéo.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DADC04-F3AF-4999-9F73-612E773E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05562318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C8717-99CE-492C-B7F4-0DDB2A48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LOUFOQUE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2EAF2E-CD13-47D9-A166-B2889EC5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66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5E4623-B88D-4E4B-A35B-C406C4D0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Garde un câble « sûrement utile » sans savoir à quoi il sert.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90907F-036F-4C76-814D-65889400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58682301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C9189-06B1-40CC-A9B5-E615A1D6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EXPÉRIENCE &amp; TALENTS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C72F06-6B7C-4448-B54A-7E37DE51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67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38EE37-EB75-488E-9EF5-062420C0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10096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Préfère le petit-déjeuner salé.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4E7D6-1EF2-4701-BF94-C53DCB0C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4086960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B3AD8-0B66-4D85-B33F-EE552E71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NUMÉRIQUE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EAA0B0-2266-4507-956B-C0C6D47F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68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AFAD29-E190-4224-89C0-2619BE10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 déjà eu plus de cinquante onglets ouverts.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6FABA2-AF36-4E2F-A73D-8EB14EE1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97479436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FA0D53-E412-4ECF-B970-D4415B2F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LOUFOQUE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2C43CB-89B6-4633-99E6-67D03C66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325061-AB80-46E4-9A0D-05317C09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A déjà nommé un fichier « final_v2_définitif ».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6D5C9B-393B-42D2-A9EB-ADAABEA9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30452484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6271E-D047-44D9-9E9E-C4F2C56E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EXPÉRIENCE &amp; TALENTS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7088E8-E6BE-4D0B-A2FC-D836B750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70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9CE16D-64B6-46FA-9E09-6CDE382E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10096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A déjà regardé le lever du soleil volontairement.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923532-BE72-45F0-AA9A-ADC18274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49133686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58613D-83AE-48D9-B150-6D1B5EDF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NUMÉRIQUE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31AB8E-2072-4131-B6F7-5A85BADE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71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85FB1-77AA-4C14-9219-6C0E0D4D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Utilise souvent des raccourcis clavier.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FE932-3A80-4F72-8399-3A44E5B0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40779772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DAEBCF-8A03-4F8E-B7C7-516B43EF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LOUFOQUE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F9ACC-E8C2-4C0A-9C87-12212E90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72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8D2502-660E-43D8-895A-BA5CF3F0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Possède plus de captures d’écran que de vraies photos.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BA449D-843F-4D72-9B08-1C9F2C93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04173038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B7BF01-D369-4CE3-BC20-99E87AF5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EXPÉRIENCE &amp; TALENTS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533509-1F09-4C28-B4FC-FF7D91D2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73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21F335-3280-478E-9D3A-32AE8DB2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10096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Sait siffler avec les doigts.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0D61FF-2D18-42C5-9844-89F422DD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97046102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B9F97F-AC32-4206-A162-58F1642F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NUMÉRIQUE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3B9080-C837-483D-B8BC-30F10543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74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7FCCA-C9B1-4DE7-BC99-3E66CF20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 déjà affiché le code source d’une page Web.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25B133-3254-4996-B746-A3B10838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48349041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B8B30E-D4C5-4378-BD83-A3B36570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LOUFOQUE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3F669F-DAF6-43BF-B785-2C344838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75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DDD480-693D-4A0F-AA81-67A220D7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A donné un nom à son téléphone ou à son ordinateur.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03F4C6-99EF-4E3F-99FE-DAC79C06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6699442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B522B2-E737-4A5B-8649-3783A582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EXPÉRIENCE &amp; TALENTS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83C9F3-F405-4759-BB09-D1C587B0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76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3D438E-C33B-4C20-B236-F5507C3B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10096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A déjà écrit une histoire de plus de cinq pages.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181196-BC77-44EF-B086-DC0CA580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0252389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F1175E-37A0-441D-881B-8415AC3A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NUMÉRIQUE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CD8C0F-ABC1-48A7-B382-17171275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77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AC43A-BC87-4BA7-BC46-2579C66F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 déjà partagé la connexion Internet de son téléphone.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B1EF82-2607-4378-AAE5-6CF2EF7F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76370874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0A94AE-04F8-4678-98FE-E48BC1CC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LOUFOQUE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B3C911-3E21-407B-B0F4-90C993B6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78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D3B62A-6975-495C-B611-61929DA8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A déjà utilisé une calculatrice pour vérifier un calcul très simple.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62C53F-9A3E-4DD0-AF07-50BEF2F0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81804836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174B56-0383-4C17-BBE2-31EFB9CE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EXPÉRIENCE &amp; TALENTS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2D66B-A500-4D6F-BE56-9FC59EBB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79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988D6-B178-421D-9105-CEBE9A35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10096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A déjà navigué sur un voilier.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0C6D31-7818-42F2-A92B-B55CA410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76585631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35C8FA-3D97-4831-8B62-53829306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NUMÉRIQUE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84F54D-B44F-463B-87F0-FACF5C4B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80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EC64D8-B266-49E3-AEF9-442C1658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 déjà branché et configuré un second écran.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BE7405-7A39-41E6-9627-3D137DCA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889381976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830B20-F9B2-4FD6-BED2-233E5BBC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LOUFOQUE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443B68-C8D4-47AF-BACD-831473CC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81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171BF9-0E5C-4DA0-BDBC-EC6934F2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A déjà actualisé une page en espérant un miracle.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1445D1-DF4F-4152-BC1F-0D77E9A5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84877447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7A23B6-C9BB-4EB3-A8A8-ED46867F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EXPÉRIENCE &amp; TALENTS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7E2EE6-2DE4-4CF7-A22B-F775606B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82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CBDFC-F881-41B4-A2EA-7867310F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10096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Sait faire un nœud utile autre que celui des lacets.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518062-78A1-42AB-8277-174079E3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49420237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4A0BE-D733-4618-8279-1B9D74AC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NUMÉRIQUE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74252F-4E9F-4CAF-BA24-2399CCFD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83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137731-7C32-4A5A-9D7D-9660FF74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 déjà utilisé une IA pour comprendre une notion.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B06ABF-5733-4234-8DD4-F9FBA315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85256718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295C08-6CBE-45F2-B712-72C18F2B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LOUFOQUE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28481-8AD0-45B6-8BBB-7C00999E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84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9943BD-A92B-45A6-846A-4D457293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A déjà fermé un onglet important et paniqué aussitôt.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8B846-207E-4C0C-91D2-BEC6BED4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751206543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2B525E-6E9D-4DAC-B137-E3B617C3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EXPÉRIENCE &amp; TALENTS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67517-37DE-4AE5-932C-03094873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85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613B46-782D-43DC-87AC-D508BF29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10096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A déjà cuisiné pour plus de dix personnes.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00435C-F92A-40C6-9B32-36E7DBDF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53419643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808799-74A0-4DC8-A5CD-4AE163A7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NUMÉRIQUE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FEEBD-879C-4924-A455-CB01DB9E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86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34DF76-3553-42CA-B9C9-BFA733BB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 déjà supprimé volontairement un compte sur un réseau social.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0B4A39-1D4A-485F-BB3B-EC992179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64454906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E4BF6A-8FAA-4992-9732-1FE8BC5C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LOUFOQUE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16014-4703-4A33-93D3-52E52102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87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7C13CB-9002-4A3D-BFC5-FE357E43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Connaît une blague assez propre pour être racontée en classe.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C0FB45-0267-46BC-A57F-83EA1B9B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24311621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F12F05-AB44-4B10-9DF6-2E60DAF8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EXPÉRIENCE &amp; TALENTS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315482-FCF7-459E-B920-D081221E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88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8FB9B-FC64-43C0-AF9D-4A935C5E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10096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Connaît une constellation visible dans le ciel.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E50515-C879-49C3-A292-51BEB1FE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62605954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F5318-B377-460F-BC0F-D680756B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NUMÉRIQUE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CC9613-897A-4221-9A1A-AECFE9D3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89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83DB0-6607-4DA5-BFB1-F4F1B86A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Préfère travailler sur ordinateur plutôt que sur téléphone.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33C204-09F0-4C1C-9D77-110CF623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90713958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90B4DE-1817-46A2-ADEF-8A465D55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LOUFOQUE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67E11C-D2F7-4917-8344-00FA5CE2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90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DC4027-63BA-42FC-9514-726A8347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Pense que l’ananas sur la pizza peut diviser une civilisation.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D52B05-59FC-4991-AA81-4FDA7B05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86375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629124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2026-09-21T05:38:33.6940000Z</dcterms:created>
  <dcterms:modified xsi:type="dcterms:W3CDTF">2026-09-21T05:38:33.6940000Z</dcterms:modified>
</coreProperties>
</file>